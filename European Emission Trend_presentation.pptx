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12"/>
  </p:notesMasterIdLst>
  <p:sldIdLst>
    <p:sldId id="281" r:id="rId2"/>
    <p:sldId id="289" r:id="rId3"/>
    <p:sldId id="293" r:id="rId4"/>
    <p:sldId id="295" r:id="rId5"/>
    <p:sldId id="290" r:id="rId6"/>
    <p:sldId id="279" r:id="rId7"/>
    <p:sldId id="292" r:id="rId8"/>
    <p:sldId id="294" r:id="rId9"/>
    <p:sldId id="278" r:id="rId10"/>
    <p:sldId id="271"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386">
          <p15:clr>
            <a:srgbClr val="A4A3A4"/>
          </p15:clr>
        </p15:guide>
        <p15:guide id="2" pos="2098">
          <p15:clr>
            <a:srgbClr val="A4A3A4"/>
          </p15:clr>
        </p15:guide>
        <p15:guide id="3" pos="2324">
          <p15:clr>
            <a:srgbClr val="A4A3A4"/>
          </p15:clr>
        </p15:guide>
        <p15:guide id="4" pos="340">
          <p15:clr>
            <a:srgbClr val="A4A3A4"/>
          </p15:clr>
        </p15:guide>
        <p15:guide id="5" pos="2977">
          <p15:clr>
            <a:srgbClr val="A4A3A4"/>
          </p15:clr>
        </p15:guide>
        <p15:guide id="6" orient="horz" pos="737">
          <p15:clr>
            <a:srgbClr val="A4A3A4"/>
          </p15:clr>
        </p15:guide>
        <p15:guide id="7" orient="horz" pos="3005">
          <p15:clr>
            <a:srgbClr val="A4A3A4"/>
          </p15:clr>
        </p15:guide>
        <p15:guide id="8" orient="horz" pos="1757">
          <p15:clr>
            <a:srgbClr val="A4A3A4"/>
          </p15:clr>
        </p15:guide>
        <p15:guide id="9" orient="horz" pos="542">
          <p15:clr>
            <a:srgbClr val="A4A3A4"/>
          </p15:clr>
        </p15:guide>
        <p15:guide id="10" orient="horz" pos="10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ECCF67"/>
    <a:srgbClr val="B2DEA6"/>
    <a:srgbClr val="CB7E9A"/>
    <a:srgbClr val="B4D6EB"/>
    <a:srgbClr val="958CB6"/>
    <a:srgbClr val="FFFFFF"/>
    <a:srgbClr val="B087A9"/>
    <a:srgbClr val="C16787"/>
    <a:srgbClr val="898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AFF736-FF66-49B4-B46B-4F1A72B4A712}" v="305" dt="2025-12-18T09:09:56.6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56" autoAdjust="0"/>
    <p:restoredTop sz="96014" autoAdjust="0"/>
  </p:normalViewPr>
  <p:slideViewPr>
    <p:cSldViewPr snapToGrid="0">
      <p:cViewPr>
        <p:scale>
          <a:sx n="122" d="100"/>
          <a:sy n="122" d="100"/>
        </p:scale>
        <p:origin x="140" y="248"/>
      </p:cViewPr>
      <p:guideLst>
        <p:guide pos="5386"/>
        <p:guide pos="2098"/>
        <p:guide pos="2324"/>
        <p:guide pos="340"/>
        <p:guide pos="2977"/>
        <p:guide orient="horz" pos="737"/>
        <p:guide orient="horz" pos="3005"/>
        <p:guide orient="horz" pos="1757"/>
        <p:guide orient="horz" pos="542"/>
        <p:guide orient="horz" pos="101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ara Mezzanzanica" userId="70dc0fcaa3acaa8c" providerId="LiveId" clId="{84E36EBB-F27B-4D1D-B9E4-4FD0C2237301}"/>
    <pc:docChg chg="undo redo custSel addSld delSld modSld sldOrd">
      <pc:chgData name="Chiara Mezzanzanica" userId="70dc0fcaa3acaa8c" providerId="LiveId" clId="{84E36EBB-F27B-4D1D-B9E4-4FD0C2237301}" dt="2025-12-18T09:12:18.280" v="11436" actId="47"/>
      <pc:docMkLst>
        <pc:docMk/>
      </pc:docMkLst>
      <pc:sldChg chg="addSp delSp modSp mod">
        <pc:chgData name="Chiara Mezzanzanica" userId="70dc0fcaa3acaa8c" providerId="LiveId" clId="{84E36EBB-F27B-4D1D-B9E4-4FD0C2237301}" dt="2025-12-03T09:52:03.458" v="9243" actId="113"/>
        <pc:sldMkLst>
          <pc:docMk/>
          <pc:sldMk cId="0" sldId="271"/>
        </pc:sldMkLst>
        <pc:spChg chg="mod">
          <ac:chgData name="Chiara Mezzanzanica" userId="70dc0fcaa3acaa8c" providerId="LiveId" clId="{84E36EBB-F27B-4D1D-B9E4-4FD0C2237301}" dt="2025-12-03T09:52:03.458" v="9243" actId="113"/>
          <ac:spMkLst>
            <pc:docMk/>
            <pc:sldMk cId="0" sldId="271"/>
            <ac:spMk id="191" creationId="{00000000-0000-0000-0000-000000000000}"/>
          </ac:spMkLst>
        </pc:spChg>
        <pc:spChg chg="mod">
          <ac:chgData name="Chiara Mezzanzanica" userId="70dc0fcaa3acaa8c" providerId="LiveId" clId="{84E36EBB-F27B-4D1D-B9E4-4FD0C2237301}" dt="2025-12-01T15:07:07.737" v="9139" actId="20577"/>
          <ac:spMkLst>
            <pc:docMk/>
            <pc:sldMk cId="0" sldId="271"/>
            <ac:spMk id="192" creationId="{00000000-0000-0000-0000-000000000000}"/>
          </ac:spMkLst>
        </pc:spChg>
      </pc:sldChg>
      <pc:sldChg chg="addSp delSp modSp new mod setBg modNotes">
        <pc:chgData name="Chiara Mezzanzanica" userId="70dc0fcaa3acaa8c" providerId="LiveId" clId="{84E36EBB-F27B-4D1D-B9E4-4FD0C2237301}" dt="2025-12-03T10:56:54.871" v="9306" actId="1036"/>
        <pc:sldMkLst>
          <pc:docMk/>
          <pc:sldMk cId="3677038222" sldId="278"/>
        </pc:sldMkLst>
        <pc:spChg chg="add mod">
          <ac:chgData name="Chiara Mezzanzanica" userId="70dc0fcaa3acaa8c" providerId="LiveId" clId="{84E36EBB-F27B-4D1D-B9E4-4FD0C2237301}" dt="2025-12-03T10:56:54.871" v="9306" actId="1036"/>
          <ac:spMkLst>
            <pc:docMk/>
            <pc:sldMk cId="3677038222" sldId="278"/>
            <ac:spMk id="4" creationId="{C91FB902-412E-1A33-68D1-8812D33CC3C1}"/>
          </ac:spMkLst>
        </pc:spChg>
        <pc:spChg chg="add mod">
          <ac:chgData name="Chiara Mezzanzanica" userId="70dc0fcaa3acaa8c" providerId="LiveId" clId="{84E36EBB-F27B-4D1D-B9E4-4FD0C2237301}" dt="2025-11-27T11:14:51.298" v="4333" actId="1037"/>
          <ac:spMkLst>
            <pc:docMk/>
            <pc:sldMk cId="3677038222" sldId="278"/>
            <ac:spMk id="6" creationId="{1AE4C581-071D-71E8-F685-A4B83220C763}"/>
          </ac:spMkLst>
        </pc:spChg>
        <pc:spChg chg="add mod">
          <ac:chgData name="Chiara Mezzanzanica" userId="70dc0fcaa3acaa8c" providerId="LiveId" clId="{84E36EBB-F27B-4D1D-B9E4-4FD0C2237301}" dt="2025-12-01T09:06:36.287" v="8464" actId="14100"/>
          <ac:spMkLst>
            <pc:docMk/>
            <pc:sldMk cId="3677038222" sldId="278"/>
            <ac:spMk id="16" creationId="{40E825B5-413E-BBAC-AE78-3B3D6D810FC1}"/>
          </ac:spMkLst>
        </pc:spChg>
        <pc:spChg chg="add mod">
          <ac:chgData name="Chiara Mezzanzanica" userId="70dc0fcaa3acaa8c" providerId="LiveId" clId="{84E36EBB-F27B-4D1D-B9E4-4FD0C2237301}" dt="2025-12-01T13:25:22.311" v="8603" actId="207"/>
          <ac:spMkLst>
            <pc:docMk/>
            <pc:sldMk cId="3677038222" sldId="278"/>
            <ac:spMk id="22" creationId="{F5BE33E5-716B-2649-90EF-5B2A58CD8A31}"/>
          </ac:spMkLst>
        </pc:spChg>
        <pc:picChg chg="add mod modCrop">
          <ac:chgData name="Chiara Mezzanzanica" userId="70dc0fcaa3acaa8c" providerId="LiveId" clId="{84E36EBB-F27B-4D1D-B9E4-4FD0C2237301}" dt="2025-11-27T11:14:12.591" v="4307" actId="732"/>
          <ac:picMkLst>
            <pc:docMk/>
            <pc:sldMk cId="3677038222" sldId="278"/>
            <ac:picMk id="3" creationId="{9CD20DB2-66D4-5535-F6DC-863224039C51}"/>
          </ac:picMkLst>
        </pc:picChg>
        <pc:picChg chg="mod ord">
          <ac:chgData name="Chiara Mezzanzanica" userId="70dc0fcaa3acaa8c" providerId="LiveId" clId="{84E36EBB-F27B-4D1D-B9E4-4FD0C2237301}" dt="2025-12-01T08:46:42.874" v="8229" actId="1076"/>
          <ac:picMkLst>
            <pc:docMk/>
            <pc:sldMk cId="3677038222" sldId="278"/>
            <ac:picMk id="7" creationId="{2A936C04-96D0-80C2-FF92-E7CEBE96D3E4}"/>
          </ac:picMkLst>
        </pc:picChg>
        <pc:cxnChg chg="add mod">
          <ac:chgData name="Chiara Mezzanzanica" userId="70dc0fcaa3acaa8c" providerId="LiveId" clId="{84E36EBB-F27B-4D1D-B9E4-4FD0C2237301}" dt="2025-12-01T08:46:42.874" v="8229" actId="1076"/>
          <ac:cxnSpMkLst>
            <pc:docMk/>
            <pc:sldMk cId="3677038222" sldId="278"/>
            <ac:cxnSpMk id="9" creationId="{300FE0CD-957C-B66F-FF54-60A7F5FFDB2D}"/>
          </ac:cxnSpMkLst>
        </pc:cxnChg>
        <pc:cxnChg chg="add mod">
          <ac:chgData name="Chiara Mezzanzanica" userId="70dc0fcaa3acaa8c" providerId="LiveId" clId="{84E36EBB-F27B-4D1D-B9E4-4FD0C2237301}" dt="2025-12-01T08:46:42.874" v="8229" actId="1076"/>
          <ac:cxnSpMkLst>
            <pc:docMk/>
            <pc:sldMk cId="3677038222" sldId="278"/>
            <ac:cxnSpMk id="13" creationId="{D9C768A6-9A2E-CAFD-8899-203F961DA224}"/>
          </ac:cxnSpMkLst>
        </pc:cxnChg>
      </pc:sldChg>
      <pc:sldChg chg="addSp delSp modSp new mod">
        <pc:chgData name="Chiara Mezzanzanica" userId="70dc0fcaa3acaa8c" providerId="LiveId" clId="{84E36EBB-F27B-4D1D-B9E4-4FD0C2237301}" dt="2025-12-18T08:42:59.951" v="11284" actId="404"/>
        <pc:sldMkLst>
          <pc:docMk/>
          <pc:sldMk cId="529243074" sldId="279"/>
        </pc:sldMkLst>
        <pc:spChg chg="add mod">
          <ac:chgData name="Chiara Mezzanzanica" userId="70dc0fcaa3acaa8c" providerId="LiveId" clId="{84E36EBB-F27B-4D1D-B9E4-4FD0C2237301}" dt="2025-12-03T10:59:27.300" v="9347" actId="1076"/>
          <ac:spMkLst>
            <pc:docMk/>
            <pc:sldMk cId="529243074" sldId="279"/>
            <ac:spMk id="3" creationId="{C762ECFC-C0E6-D081-81D2-0B89E459EF74}"/>
          </ac:spMkLst>
        </pc:spChg>
        <pc:spChg chg="add mod">
          <ac:chgData name="Chiara Mezzanzanica" userId="70dc0fcaa3acaa8c" providerId="LiveId" clId="{84E36EBB-F27B-4D1D-B9E4-4FD0C2237301}" dt="2025-12-18T08:42:59.951" v="11284" actId="404"/>
          <ac:spMkLst>
            <pc:docMk/>
            <pc:sldMk cId="529243074" sldId="279"/>
            <ac:spMk id="5" creationId="{BED799B3-3C56-86AB-8C7F-8FEA6FC6EA35}"/>
          </ac:spMkLst>
        </pc:spChg>
        <pc:spChg chg="add mod">
          <ac:chgData name="Chiara Mezzanzanica" userId="70dc0fcaa3acaa8c" providerId="LiveId" clId="{84E36EBB-F27B-4D1D-B9E4-4FD0C2237301}" dt="2025-12-09T09:17:29.210" v="10967" actId="1076"/>
          <ac:spMkLst>
            <pc:docMk/>
            <pc:sldMk cId="529243074" sldId="279"/>
            <ac:spMk id="7" creationId="{8799E6F1-CAEE-4B9A-A9D6-2F72B64A84F2}"/>
          </ac:spMkLst>
        </pc:spChg>
        <pc:spChg chg="add mod">
          <ac:chgData name="Chiara Mezzanzanica" userId="70dc0fcaa3acaa8c" providerId="LiveId" clId="{84E36EBB-F27B-4D1D-B9E4-4FD0C2237301}" dt="2025-11-27T14:52:23.848" v="6616" actId="1038"/>
          <ac:spMkLst>
            <pc:docMk/>
            <pc:sldMk cId="529243074" sldId="279"/>
            <ac:spMk id="12" creationId="{6A7A8F19-D077-0D0F-FEF2-89F539944848}"/>
          </ac:spMkLst>
        </pc:spChg>
        <pc:spChg chg="add mod">
          <ac:chgData name="Chiara Mezzanzanica" userId="70dc0fcaa3acaa8c" providerId="LiveId" clId="{84E36EBB-F27B-4D1D-B9E4-4FD0C2237301}" dt="2025-11-27T14:46:40.789" v="6520" actId="1038"/>
          <ac:spMkLst>
            <pc:docMk/>
            <pc:sldMk cId="529243074" sldId="279"/>
            <ac:spMk id="13" creationId="{6915EB4C-9802-1060-8A15-55A2C449E450}"/>
          </ac:spMkLst>
        </pc:spChg>
        <pc:spChg chg="add mod">
          <ac:chgData name="Chiara Mezzanzanica" userId="70dc0fcaa3acaa8c" providerId="LiveId" clId="{84E36EBB-F27B-4D1D-B9E4-4FD0C2237301}" dt="2025-11-27T14:51:57.010" v="6609" actId="1037"/>
          <ac:spMkLst>
            <pc:docMk/>
            <pc:sldMk cId="529243074" sldId="279"/>
            <ac:spMk id="16" creationId="{9766117A-EC45-1AD7-D9EC-0AD5D2D83DEF}"/>
          </ac:spMkLst>
        </pc:spChg>
        <pc:spChg chg="add mod">
          <ac:chgData name="Chiara Mezzanzanica" userId="70dc0fcaa3acaa8c" providerId="LiveId" clId="{84E36EBB-F27B-4D1D-B9E4-4FD0C2237301}" dt="2025-11-27T14:51:45.947" v="6598" actId="2711"/>
          <ac:spMkLst>
            <pc:docMk/>
            <pc:sldMk cId="529243074" sldId="279"/>
            <ac:spMk id="17" creationId="{BCF99CCF-0940-968D-D4A9-A47C201D66E2}"/>
          </ac:spMkLst>
        </pc:spChg>
        <pc:spChg chg="add mod">
          <ac:chgData name="Chiara Mezzanzanica" userId="70dc0fcaa3acaa8c" providerId="LiveId" clId="{84E36EBB-F27B-4D1D-B9E4-4FD0C2237301}" dt="2025-11-27T14:56:34.130" v="6622" actId="1038"/>
          <ac:spMkLst>
            <pc:docMk/>
            <pc:sldMk cId="529243074" sldId="279"/>
            <ac:spMk id="46" creationId="{49F1A82B-5A4A-B225-2415-ABBD97C1B3A1}"/>
          </ac:spMkLst>
        </pc:spChg>
        <pc:spChg chg="add mod">
          <ac:chgData name="Chiara Mezzanzanica" userId="70dc0fcaa3acaa8c" providerId="LiveId" clId="{84E36EBB-F27B-4D1D-B9E4-4FD0C2237301}" dt="2025-11-27T15:16:39.177" v="6635" actId="1035"/>
          <ac:spMkLst>
            <pc:docMk/>
            <pc:sldMk cId="529243074" sldId="279"/>
            <ac:spMk id="48" creationId="{8C27F894-25AB-4353-B954-D15ABF1E1DD9}"/>
          </ac:spMkLst>
        </pc:spChg>
        <pc:picChg chg="add mod ord">
          <ac:chgData name="Chiara Mezzanzanica" userId="70dc0fcaa3acaa8c" providerId="LiveId" clId="{84E36EBB-F27B-4D1D-B9E4-4FD0C2237301}" dt="2025-12-01T08:57:51.457" v="8424" actId="14100"/>
          <ac:picMkLst>
            <pc:docMk/>
            <pc:sldMk cId="529243074" sldId="279"/>
            <ac:picMk id="43" creationId="{1A795F02-4124-FDBF-C9C5-B3034141F99E}"/>
          </ac:picMkLst>
        </pc:picChg>
        <pc:picChg chg="add mod modCrop">
          <ac:chgData name="Chiara Mezzanzanica" userId="70dc0fcaa3acaa8c" providerId="LiveId" clId="{84E36EBB-F27B-4D1D-B9E4-4FD0C2237301}" dt="2025-11-27T14:50:51.293" v="6595" actId="14100"/>
          <ac:picMkLst>
            <pc:docMk/>
            <pc:sldMk cId="529243074" sldId="279"/>
            <ac:picMk id="44" creationId="{772565E7-0F32-A29D-ABCE-9CAFB786DF4A}"/>
          </ac:picMkLst>
        </pc:picChg>
        <pc:cxnChg chg="add mod">
          <ac:chgData name="Chiara Mezzanzanica" userId="70dc0fcaa3acaa8c" providerId="LiveId" clId="{84E36EBB-F27B-4D1D-B9E4-4FD0C2237301}" dt="2025-11-27T14:52:10.923" v="6612" actId="1037"/>
          <ac:cxnSpMkLst>
            <pc:docMk/>
            <pc:sldMk cId="529243074" sldId="279"/>
            <ac:cxnSpMk id="19" creationId="{19810737-08B8-BE49-003D-2871DD96DF27}"/>
          </ac:cxnSpMkLst>
        </pc:cxnChg>
        <pc:cxnChg chg="add mod">
          <ac:chgData name="Chiara Mezzanzanica" userId="70dc0fcaa3acaa8c" providerId="LiveId" clId="{84E36EBB-F27B-4D1D-B9E4-4FD0C2237301}" dt="2025-11-27T14:46:40.789" v="6520" actId="1038"/>
          <ac:cxnSpMkLst>
            <pc:docMk/>
            <pc:sldMk cId="529243074" sldId="279"/>
            <ac:cxnSpMk id="24" creationId="{33736EC6-4D6E-8425-86F3-DC9EEB266670}"/>
          </ac:cxnSpMkLst>
        </pc:cxnChg>
      </pc:sldChg>
      <pc:sldChg chg="addSp modSp add mod">
        <pc:chgData name="Chiara Mezzanzanica" userId="70dc0fcaa3acaa8c" providerId="LiveId" clId="{84E36EBB-F27B-4D1D-B9E4-4FD0C2237301}" dt="2025-12-18T08:40:53.014" v="11274" actId="1038"/>
        <pc:sldMkLst>
          <pc:docMk/>
          <pc:sldMk cId="1407798951" sldId="281"/>
        </pc:sldMkLst>
        <pc:spChg chg="add mod">
          <ac:chgData name="Chiara Mezzanzanica" userId="70dc0fcaa3acaa8c" providerId="LiveId" clId="{84E36EBB-F27B-4D1D-B9E4-4FD0C2237301}" dt="2025-12-18T08:39:05.828" v="11254" actId="1076"/>
          <ac:spMkLst>
            <pc:docMk/>
            <pc:sldMk cId="1407798951" sldId="281"/>
            <ac:spMk id="3" creationId="{70D3B74A-CF64-07C7-D97E-33D64CAB7B7E}"/>
          </ac:spMkLst>
        </pc:spChg>
        <pc:spChg chg="add mod">
          <ac:chgData name="Chiara Mezzanzanica" userId="70dc0fcaa3acaa8c" providerId="LiveId" clId="{84E36EBB-F27B-4D1D-B9E4-4FD0C2237301}" dt="2025-12-18T08:39:05.828" v="11254" actId="1076"/>
          <ac:spMkLst>
            <pc:docMk/>
            <pc:sldMk cId="1407798951" sldId="281"/>
            <ac:spMk id="4" creationId="{8FEA53AB-3FD1-0FA9-272A-5219A9CCA70B}"/>
          </ac:spMkLst>
        </pc:spChg>
        <pc:spChg chg="add mod">
          <ac:chgData name="Chiara Mezzanzanica" userId="70dc0fcaa3acaa8c" providerId="LiveId" clId="{84E36EBB-F27B-4D1D-B9E4-4FD0C2237301}" dt="2025-12-18T08:39:05.828" v="11254" actId="1076"/>
          <ac:spMkLst>
            <pc:docMk/>
            <pc:sldMk cId="1407798951" sldId="281"/>
            <ac:spMk id="5" creationId="{0EE41AF9-A86F-89DA-7375-4BE33BA23767}"/>
          </ac:spMkLst>
        </pc:spChg>
        <pc:spChg chg="add mod">
          <ac:chgData name="Chiara Mezzanzanica" userId="70dc0fcaa3acaa8c" providerId="LiveId" clId="{84E36EBB-F27B-4D1D-B9E4-4FD0C2237301}" dt="2025-12-18T08:39:05.828" v="11254" actId="1076"/>
          <ac:spMkLst>
            <pc:docMk/>
            <pc:sldMk cId="1407798951" sldId="281"/>
            <ac:spMk id="6" creationId="{469C7122-2BEE-581B-3CF4-668B0B330F91}"/>
          </ac:spMkLst>
        </pc:spChg>
        <pc:spChg chg="add mod">
          <ac:chgData name="Chiara Mezzanzanica" userId="70dc0fcaa3acaa8c" providerId="LiveId" clId="{84E36EBB-F27B-4D1D-B9E4-4FD0C2237301}" dt="2025-12-18T08:40:49.926" v="11271" actId="1038"/>
          <ac:spMkLst>
            <pc:docMk/>
            <pc:sldMk cId="1407798951" sldId="281"/>
            <ac:spMk id="7" creationId="{C280D72B-0867-1862-2DCB-A63D38FE9206}"/>
          </ac:spMkLst>
        </pc:spChg>
        <pc:spChg chg="add mod">
          <ac:chgData name="Chiara Mezzanzanica" userId="70dc0fcaa3acaa8c" providerId="LiveId" clId="{84E36EBB-F27B-4D1D-B9E4-4FD0C2237301}" dt="2025-12-18T08:40:53.014" v="11274" actId="1038"/>
          <ac:spMkLst>
            <pc:docMk/>
            <pc:sldMk cId="1407798951" sldId="281"/>
            <ac:spMk id="8" creationId="{DE97CE55-75A1-181F-8ACF-A4748E00A7AB}"/>
          </ac:spMkLst>
        </pc:spChg>
        <pc:spChg chg="add mod">
          <ac:chgData name="Chiara Mezzanzanica" userId="70dc0fcaa3acaa8c" providerId="LiveId" clId="{84E36EBB-F27B-4D1D-B9E4-4FD0C2237301}" dt="2025-12-18T08:40:44.037" v="11268" actId="1076"/>
          <ac:spMkLst>
            <pc:docMk/>
            <pc:sldMk cId="1407798951" sldId="281"/>
            <ac:spMk id="9" creationId="{050B2D05-E9FF-E2B3-ED21-4BD75A754D85}"/>
          </ac:spMkLst>
        </pc:spChg>
        <pc:spChg chg="add mod">
          <ac:chgData name="Chiara Mezzanzanica" userId="70dc0fcaa3acaa8c" providerId="LiveId" clId="{84E36EBB-F27B-4D1D-B9E4-4FD0C2237301}" dt="2025-12-18T08:39:05.828" v="11254" actId="1076"/>
          <ac:spMkLst>
            <pc:docMk/>
            <pc:sldMk cId="1407798951" sldId="281"/>
            <ac:spMk id="10" creationId="{9B89D0BD-9D13-9A89-7704-577FE82A6751}"/>
          </ac:spMkLst>
        </pc:spChg>
        <pc:spChg chg="add mod ord">
          <ac:chgData name="Chiara Mezzanzanica" userId="70dc0fcaa3acaa8c" providerId="LiveId" clId="{84E36EBB-F27B-4D1D-B9E4-4FD0C2237301}" dt="2025-12-18T08:39:25.574" v="11255" actId="208"/>
          <ac:spMkLst>
            <pc:docMk/>
            <pc:sldMk cId="1407798951" sldId="281"/>
            <ac:spMk id="11" creationId="{4E2265A5-975E-7D29-8267-A86FA6D65487}"/>
          </ac:spMkLst>
        </pc:spChg>
        <pc:spChg chg="add mod">
          <ac:chgData name="Chiara Mezzanzanica" userId="70dc0fcaa3acaa8c" providerId="LiveId" clId="{84E36EBB-F27B-4D1D-B9E4-4FD0C2237301}" dt="2025-12-18T08:39:52.988" v="11264" actId="1035"/>
          <ac:spMkLst>
            <pc:docMk/>
            <pc:sldMk cId="1407798951" sldId="281"/>
            <ac:spMk id="12" creationId="{C9E2F296-FE39-1D5F-2D9E-B7EECBB63694}"/>
          </ac:spMkLst>
        </pc:spChg>
        <pc:spChg chg="mod">
          <ac:chgData name="Chiara Mezzanzanica" userId="70dc0fcaa3acaa8c" providerId="LiveId" clId="{84E36EBB-F27B-4D1D-B9E4-4FD0C2237301}" dt="2025-11-27T11:46:03.193" v="4960" actId="14100"/>
          <ac:spMkLst>
            <pc:docMk/>
            <pc:sldMk cId="1407798951" sldId="281"/>
            <ac:spMk id="116" creationId="{FC77A37C-600E-10DB-3185-1779E0F143FF}"/>
          </ac:spMkLst>
        </pc:spChg>
        <pc:spChg chg="mod">
          <ac:chgData name="Chiara Mezzanzanica" userId="70dc0fcaa3acaa8c" providerId="LiveId" clId="{84E36EBB-F27B-4D1D-B9E4-4FD0C2237301}" dt="2025-11-27T11:46:07.509" v="4961" actId="14100"/>
          <ac:spMkLst>
            <pc:docMk/>
            <pc:sldMk cId="1407798951" sldId="281"/>
            <ac:spMk id="117" creationId="{BE8CE701-D130-19B1-F145-6248BF51A425}"/>
          </ac:spMkLst>
        </pc:spChg>
        <pc:spChg chg="mod">
          <ac:chgData name="Chiara Mezzanzanica" userId="70dc0fcaa3acaa8c" providerId="LiveId" clId="{84E36EBB-F27B-4D1D-B9E4-4FD0C2237301}" dt="2025-12-01T13:41:34.445" v="8946" actId="2711"/>
          <ac:spMkLst>
            <pc:docMk/>
            <pc:sldMk cId="1407798951" sldId="281"/>
            <ac:spMk id="119" creationId="{FB57413C-92A9-EC21-FB47-A676F1C0F10F}"/>
          </ac:spMkLst>
        </pc:spChg>
        <pc:picChg chg="mod ord">
          <ac:chgData name="Chiara Mezzanzanica" userId="70dc0fcaa3acaa8c" providerId="LiveId" clId="{84E36EBB-F27B-4D1D-B9E4-4FD0C2237301}" dt="2025-12-18T08:37:34.131" v="11241" actId="1036"/>
          <ac:picMkLst>
            <pc:docMk/>
            <pc:sldMk cId="1407798951" sldId="281"/>
            <ac:picMk id="2" creationId="{0C6E58B4-05B7-5D6B-5653-09361CE55B58}"/>
          </ac:picMkLst>
        </pc:picChg>
        <pc:picChg chg="add mod">
          <ac:chgData name="Chiara Mezzanzanica" userId="70dc0fcaa3acaa8c" providerId="LiveId" clId="{84E36EBB-F27B-4D1D-B9E4-4FD0C2237301}" dt="2025-12-18T08:39:52.988" v="11264" actId="1035"/>
          <ac:picMkLst>
            <pc:docMk/>
            <pc:sldMk cId="1407798951" sldId="281"/>
            <ac:picMk id="15" creationId="{60643933-621F-C24E-CB9C-1DC13A4C50C5}"/>
          </ac:picMkLst>
        </pc:picChg>
        <pc:cxnChg chg="add mod">
          <ac:chgData name="Chiara Mezzanzanica" userId="70dc0fcaa3acaa8c" providerId="LiveId" clId="{84E36EBB-F27B-4D1D-B9E4-4FD0C2237301}" dt="2025-12-18T08:39:52.988" v="11264" actId="1035"/>
          <ac:cxnSpMkLst>
            <pc:docMk/>
            <pc:sldMk cId="1407798951" sldId="281"/>
            <ac:cxnSpMk id="13" creationId="{D62D72CC-FE90-5236-3706-54B63F11F227}"/>
          </ac:cxnSpMkLst>
        </pc:cxnChg>
        <pc:cxnChg chg="add mod">
          <ac:chgData name="Chiara Mezzanzanica" userId="70dc0fcaa3acaa8c" providerId="LiveId" clId="{84E36EBB-F27B-4D1D-B9E4-4FD0C2237301}" dt="2025-12-18T08:39:52.988" v="11264" actId="1035"/>
          <ac:cxnSpMkLst>
            <pc:docMk/>
            <pc:sldMk cId="1407798951" sldId="281"/>
            <ac:cxnSpMk id="14" creationId="{2ECD67EE-88F5-49CF-386F-C8BB50ECF7C2}"/>
          </ac:cxnSpMkLst>
        </pc:cxnChg>
        <pc:cxnChg chg="mod">
          <ac:chgData name="Chiara Mezzanzanica" userId="70dc0fcaa3acaa8c" providerId="LiveId" clId="{84E36EBB-F27B-4D1D-B9E4-4FD0C2237301}" dt="2025-11-27T11:45:08.370" v="4957" actId="208"/>
          <ac:cxnSpMkLst>
            <pc:docMk/>
            <pc:sldMk cId="1407798951" sldId="281"/>
            <ac:cxnSpMk id="118" creationId="{AB7C2752-8EAB-B4A6-DF51-D366B3CEFD09}"/>
          </ac:cxnSpMkLst>
        </pc:cxnChg>
      </pc:sldChg>
      <pc:sldChg chg="addSp delSp modSp add mod">
        <pc:chgData name="Chiara Mezzanzanica" userId="70dc0fcaa3acaa8c" providerId="LiveId" clId="{84E36EBB-F27B-4D1D-B9E4-4FD0C2237301}" dt="2025-12-18T08:46:57.323" v="11311" actId="208"/>
        <pc:sldMkLst>
          <pc:docMk/>
          <pc:sldMk cId="2373360052" sldId="289"/>
        </pc:sldMkLst>
        <pc:spChg chg="add mod">
          <ac:chgData name="Chiara Mezzanzanica" userId="70dc0fcaa3acaa8c" providerId="LiveId" clId="{84E36EBB-F27B-4D1D-B9E4-4FD0C2237301}" dt="2025-12-01T13:41:06.423" v="8945" actId="14100"/>
          <ac:spMkLst>
            <pc:docMk/>
            <pc:sldMk cId="2373360052" sldId="289"/>
            <ac:spMk id="2" creationId="{8EB56148-B480-3770-8BF0-5FA3B915942B}"/>
          </ac:spMkLst>
        </pc:spChg>
        <pc:spChg chg="add mod ord">
          <ac:chgData name="Chiara Mezzanzanica" userId="70dc0fcaa3acaa8c" providerId="LiveId" clId="{84E36EBB-F27B-4D1D-B9E4-4FD0C2237301}" dt="2025-12-01T13:36:00.890" v="8892" actId="20577"/>
          <ac:spMkLst>
            <pc:docMk/>
            <pc:sldMk cId="2373360052" sldId="289"/>
            <ac:spMk id="7" creationId="{3BD959F2-E821-912D-4458-506B2570C5C0}"/>
          </ac:spMkLst>
        </pc:spChg>
        <pc:spChg chg="add mod">
          <ac:chgData name="Chiara Mezzanzanica" userId="70dc0fcaa3acaa8c" providerId="LiveId" clId="{84E36EBB-F27B-4D1D-B9E4-4FD0C2237301}" dt="2025-12-01T13:33:21.012" v="8795" actId="20577"/>
          <ac:spMkLst>
            <pc:docMk/>
            <pc:sldMk cId="2373360052" sldId="289"/>
            <ac:spMk id="8" creationId="{779FACE7-5B95-C6E3-816E-DC7FBBC16002}"/>
          </ac:spMkLst>
        </pc:spChg>
        <pc:spChg chg="add del mod ord">
          <ac:chgData name="Chiara Mezzanzanica" userId="70dc0fcaa3acaa8c" providerId="LiveId" clId="{84E36EBB-F27B-4D1D-B9E4-4FD0C2237301}" dt="2025-12-18T08:46:57.323" v="11311" actId="208"/>
          <ac:spMkLst>
            <pc:docMk/>
            <pc:sldMk cId="2373360052" sldId="289"/>
            <ac:spMk id="9" creationId="{AA960880-D73B-A36B-A043-ABF47B9D1749}"/>
          </ac:spMkLst>
        </pc:spChg>
        <pc:spChg chg="add mod ord">
          <ac:chgData name="Chiara Mezzanzanica" userId="70dc0fcaa3acaa8c" providerId="LiveId" clId="{84E36EBB-F27B-4D1D-B9E4-4FD0C2237301}" dt="2025-12-01T13:33:29.535" v="8796" actId="14100"/>
          <ac:spMkLst>
            <pc:docMk/>
            <pc:sldMk cId="2373360052" sldId="289"/>
            <ac:spMk id="19" creationId="{9AC30EF7-3697-D68F-1F77-103555823FAC}"/>
          </ac:spMkLst>
        </pc:spChg>
        <pc:spChg chg="add mod">
          <ac:chgData name="Chiara Mezzanzanica" userId="70dc0fcaa3acaa8c" providerId="LiveId" clId="{84E36EBB-F27B-4D1D-B9E4-4FD0C2237301}" dt="2025-12-01T15:12:53.858" v="9193" actId="339"/>
          <ac:spMkLst>
            <pc:docMk/>
            <pc:sldMk cId="2373360052" sldId="289"/>
            <ac:spMk id="21" creationId="{32E20242-BC6F-6F3B-EBA7-CF5C725BB4E9}"/>
          </ac:spMkLst>
        </pc:spChg>
        <pc:spChg chg="add mod">
          <ac:chgData name="Chiara Mezzanzanica" userId="70dc0fcaa3acaa8c" providerId="LiveId" clId="{84E36EBB-F27B-4D1D-B9E4-4FD0C2237301}" dt="2025-12-01T15:12:42.851" v="9192" actId="339"/>
          <ac:spMkLst>
            <pc:docMk/>
            <pc:sldMk cId="2373360052" sldId="289"/>
            <ac:spMk id="22" creationId="{8919056E-7E52-77A5-6AFA-BB3411E3DE5A}"/>
          </ac:spMkLst>
        </pc:spChg>
      </pc:sldChg>
      <pc:sldChg chg="addSp delSp modSp add mod">
        <pc:chgData name="Chiara Mezzanzanica" userId="70dc0fcaa3acaa8c" providerId="LiveId" clId="{84E36EBB-F27B-4D1D-B9E4-4FD0C2237301}" dt="2025-12-09T09:00:29.523" v="10949" actId="12"/>
        <pc:sldMkLst>
          <pc:docMk/>
          <pc:sldMk cId="2491261805" sldId="290"/>
        </pc:sldMkLst>
        <pc:spChg chg="add mod">
          <ac:chgData name="Chiara Mezzanzanica" userId="70dc0fcaa3acaa8c" providerId="LiveId" clId="{84E36EBB-F27B-4D1D-B9E4-4FD0C2237301}" dt="2025-12-03T11:08:41.618" v="9397" actId="20577"/>
          <ac:spMkLst>
            <pc:docMk/>
            <pc:sldMk cId="2491261805" sldId="290"/>
            <ac:spMk id="2" creationId="{B4C44C70-B719-2F47-698A-7F7B0FD8A996}"/>
          </ac:spMkLst>
        </pc:spChg>
        <pc:spChg chg="add mod">
          <ac:chgData name="Chiara Mezzanzanica" userId="70dc0fcaa3acaa8c" providerId="LiveId" clId="{84E36EBB-F27B-4D1D-B9E4-4FD0C2237301}" dt="2025-12-09T09:00:29.523" v="10949" actId="12"/>
          <ac:spMkLst>
            <pc:docMk/>
            <pc:sldMk cId="2491261805" sldId="290"/>
            <ac:spMk id="3" creationId="{755A7FB9-BABC-925A-7CDB-2D6CA34244A3}"/>
          </ac:spMkLst>
        </pc:spChg>
        <pc:spChg chg="add mod">
          <ac:chgData name="Chiara Mezzanzanica" userId="70dc0fcaa3acaa8c" providerId="LiveId" clId="{84E36EBB-F27B-4D1D-B9E4-4FD0C2237301}" dt="2025-11-27T11:36:48.459" v="4856"/>
          <ac:spMkLst>
            <pc:docMk/>
            <pc:sldMk cId="2491261805" sldId="290"/>
            <ac:spMk id="5" creationId="{3165EFF8-4942-ABE6-3E1A-3374BD4645CC}"/>
          </ac:spMkLst>
        </pc:spChg>
        <pc:spChg chg="add mod">
          <ac:chgData name="Chiara Mezzanzanica" userId="70dc0fcaa3acaa8c" providerId="LiveId" clId="{84E36EBB-F27B-4D1D-B9E4-4FD0C2237301}" dt="2025-11-27T16:40:08.171" v="7976" actId="208"/>
          <ac:spMkLst>
            <pc:docMk/>
            <pc:sldMk cId="2491261805" sldId="290"/>
            <ac:spMk id="8" creationId="{F10EB6B5-737C-1EB4-0457-03A98C5F1874}"/>
          </ac:spMkLst>
        </pc:spChg>
      </pc:sldChg>
      <pc:sldChg chg="addSp delSp modSp add mod">
        <pc:chgData name="Chiara Mezzanzanica" userId="70dc0fcaa3acaa8c" providerId="LiveId" clId="{84E36EBB-F27B-4D1D-B9E4-4FD0C2237301}" dt="2025-12-18T08:24:25.033" v="11119" actId="20577"/>
        <pc:sldMkLst>
          <pc:docMk/>
          <pc:sldMk cId="3506851787" sldId="292"/>
        </pc:sldMkLst>
        <pc:spChg chg="add mod">
          <ac:chgData name="Chiara Mezzanzanica" userId="70dc0fcaa3acaa8c" providerId="LiveId" clId="{84E36EBB-F27B-4D1D-B9E4-4FD0C2237301}" dt="2025-12-03T10:59:03.473" v="9344" actId="1076"/>
          <ac:spMkLst>
            <pc:docMk/>
            <pc:sldMk cId="3506851787" sldId="292"/>
            <ac:spMk id="4" creationId="{936ED772-0C9B-0DF5-C1B5-6655424A208B}"/>
          </ac:spMkLst>
        </pc:spChg>
        <pc:spChg chg="add mod">
          <ac:chgData name="Chiara Mezzanzanica" userId="70dc0fcaa3acaa8c" providerId="LiveId" clId="{84E36EBB-F27B-4D1D-B9E4-4FD0C2237301}" dt="2025-12-01T15:08:15.951" v="9140" actId="113"/>
          <ac:spMkLst>
            <pc:docMk/>
            <pc:sldMk cId="3506851787" sldId="292"/>
            <ac:spMk id="9" creationId="{08D75773-989D-0290-E56E-FCE5DEB8BE7E}"/>
          </ac:spMkLst>
        </pc:spChg>
        <pc:spChg chg="add del mod">
          <ac:chgData name="Chiara Mezzanzanica" userId="70dc0fcaa3acaa8c" providerId="LiveId" clId="{84E36EBB-F27B-4D1D-B9E4-4FD0C2237301}" dt="2025-11-27T16:32:10.603" v="7912" actId="478"/>
          <ac:spMkLst>
            <pc:docMk/>
            <pc:sldMk cId="3506851787" sldId="292"/>
            <ac:spMk id="19" creationId="{95386915-9ED4-A4C5-295D-1B63B47E9833}"/>
          </ac:spMkLst>
        </pc:spChg>
        <pc:spChg chg="add mod">
          <ac:chgData name="Chiara Mezzanzanica" userId="70dc0fcaa3acaa8c" providerId="LiveId" clId="{84E36EBB-F27B-4D1D-B9E4-4FD0C2237301}" dt="2025-12-18T08:24:20.736" v="11109" actId="20577"/>
          <ac:spMkLst>
            <pc:docMk/>
            <pc:sldMk cId="3506851787" sldId="292"/>
            <ac:spMk id="22" creationId="{1FBD8EF9-184A-7AE1-B09E-7DB2E6525F89}"/>
          </ac:spMkLst>
        </pc:spChg>
        <pc:spChg chg="add mod">
          <ac:chgData name="Chiara Mezzanzanica" userId="70dc0fcaa3acaa8c" providerId="LiveId" clId="{84E36EBB-F27B-4D1D-B9E4-4FD0C2237301}" dt="2025-12-18T08:24:25.033" v="11119" actId="20577"/>
          <ac:spMkLst>
            <pc:docMk/>
            <pc:sldMk cId="3506851787" sldId="292"/>
            <ac:spMk id="23" creationId="{07449CC4-08E3-A852-E2C9-2BD1F8545A90}"/>
          </ac:spMkLst>
        </pc:spChg>
        <pc:picChg chg="add mod">
          <ac:chgData name="Chiara Mezzanzanica" userId="70dc0fcaa3acaa8c" providerId="LiveId" clId="{84E36EBB-F27B-4D1D-B9E4-4FD0C2237301}" dt="2025-11-27T15:59:54.989" v="7147" actId="1076"/>
          <ac:picMkLst>
            <pc:docMk/>
            <pc:sldMk cId="3506851787" sldId="292"/>
            <ac:picMk id="3" creationId="{F7D7382D-E48B-7C4F-3751-86FE471EA278}"/>
          </ac:picMkLst>
        </pc:picChg>
        <pc:picChg chg="add mod">
          <ac:chgData name="Chiara Mezzanzanica" userId="70dc0fcaa3acaa8c" providerId="LiveId" clId="{84E36EBB-F27B-4D1D-B9E4-4FD0C2237301}" dt="2025-11-27T15:59:07.817" v="7138" actId="14100"/>
          <ac:picMkLst>
            <pc:docMk/>
            <pc:sldMk cId="3506851787" sldId="292"/>
            <ac:picMk id="7" creationId="{2D72FB36-BCA7-7117-9C7A-223D0362C71B}"/>
          </ac:picMkLst>
        </pc:picChg>
        <pc:picChg chg="add mod">
          <ac:chgData name="Chiara Mezzanzanica" userId="70dc0fcaa3acaa8c" providerId="LiveId" clId="{84E36EBB-F27B-4D1D-B9E4-4FD0C2237301}" dt="2025-12-01T09:02:49.278" v="8443" actId="1076"/>
          <ac:picMkLst>
            <pc:docMk/>
            <pc:sldMk cId="3506851787" sldId="292"/>
            <ac:picMk id="28" creationId="{8A956214-3A31-E31C-3177-65F76621ED2B}"/>
          </ac:picMkLst>
        </pc:picChg>
        <pc:picChg chg="add mod ord">
          <ac:chgData name="Chiara Mezzanzanica" userId="70dc0fcaa3acaa8c" providerId="LiveId" clId="{84E36EBB-F27B-4D1D-B9E4-4FD0C2237301}" dt="2025-12-01T14:52:43.839" v="9075" actId="170"/>
          <ac:picMkLst>
            <pc:docMk/>
            <pc:sldMk cId="3506851787" sldId="292"/>
            <ac:picMk id="32" creationId="{E184E64B-0DFA-B910-074A-9C1E60BE6F9F}"/>
          </ac:picMkLst>
        </pc:picChg>
        <pc:picChg chg="add del mod">
          <ac:chgData name="Chiara Mezzanzanica" userId="70dc0fcaa3acaa8c" providerId="LiveId" clId="{84E36EBB-F27B-4D1D-B9E4-4FD0C2237301}" dt="2025-12-01T14:59:15.285" v="9114" actId="478"/>
          <ac:picMkLst>
            <pc:docMk/>
            <pc:sldMk cId="3506851787" sldId="292"/>
            <ac:picMk id="34" creationId="{85A07201-0DEA-9FFC-A7F6-DA91DE0046E2}"/>
          </ac:picMkLst>
        </pc:picChg>
      </pc:sldChg>
      <pc:sldChg chg="addSp delSp modSp add mod">
        <pc:chgData name="Chiara Mezzanzanica" userId="70dc0fcaa3acaa8c" providerId="LiveId" clId="{84E36EBB-F27B-4D1D-B9E4-4FD0C2237301}" dt="2025-12-01T13:40:51.926" v="8942" actId="14100"/>
        <pc:sldMkLst>
          <pc:docMk/>
          <pc:sldMk cId="1537143600" sldId="293"/>
        </pc:sldMkLst>
        <pc:spChg chg="mod">
          <ac:chgData name="Chiara Mezzanzanica" userId="70dc0fcaa3acaa8c" providerId="LiveId" clId="{84E36EBB-F27B-4D1D-B9E4-4FD0C2237301}" dt="2025-12-01T13:40:51.926" v="8942" actId="14100"/>
          <ac:spMkLst>
            <pc:docMk/>
            <pc:sldMk cId="1537143600" sldId="293"/>
            <ac:spMk id="2" creationId="{6BE33933-E97A-393F-31C9-03DA288F9FDD}"/>
          </ac:spMkLst>
        </pc:spChg>
        <pc:spChg chg="mod">
          <ac:chgData name="Chiara Mezzanzanica" userId="70dc0fcaa3acaa8c" providerId="LiveId" clId="{84E36EBB-F27B-4D1D-B9E4-4FD0C2237301}" dt="2025-12-01T09:28:16.099" v="8554" actId="20577"/>
          <ac:spMkLst>
            <pc:docMk/>
            <pc:sldMk cId="1537143600" sldId="293"/>
            <ac:spMk id="7" creationId="{1FA3A925-3346-8CF4-6465-69EBC90CBCB7}"/>
          </ac:spMkLst>
        </pc:spChg>
      </pc:sldChg>
      <pc:sldChg chg="addSp delSp modSp add mod">
        <pc:chgData name="Chiara Mezzanzanica" userId="70dc0fcaa3acaa8c" providerId="LiveId" clId="{84E36EBB-F27B-4D1D-B9E4-4FD0C2237301}" dt="2025-12-09T09:20:44.304" v="11006" actId="20577"/>
        <pc:sldMkLst>
          <pc:docMk/>
          <pc:sldMk cId="1313503380" sldId="294"/>
        </pc:sldMkLst>
        <pc:spChg chg="add mod">
          <ac:chgData name="Chiara Mezzanzanica" userId="70dc0fcaa3acaa8c" providerId="LiveId" clId="{84E36EBB-F27B-4D1D-B9E4-4FD0C2237301}" dt="2025-12-03T10:57:30.914" v="9335" actId="5793"/>
          <ac:spMkLst>
            <pc:docMk/>
            <pc:sldMk cId="1313503380" sldId="294"/>
            <ac:spMk id="2" creationId="{CF4BB18A-2EFC-0211-EDAC-A3F4DCC59E4D}"/>
          </ac:spMkLst>
        </pc:spChg>
        <pc:spChg chg="add del mod">
          <ac:chgData name="Chiara Mezzanzanica" userId="70dc0fcaa3acaa8c" providerId="LiveId" clId="{84E36EBB-F27B-4D1D-B9E4-4FD0C2237301}" dt="2025-12-09T09:20:44.304" v="11006" actId="20577"/>
          <ac:spMkLst>
            <pc:docMk/>
            <pc:sldMk cId="1313503380" sldId="294"/>
            <ac:spMk id="5" creationId="{78CAFC8E-38BC-BD08-9690-3A061002DCF7}"/>
          </ac:spMkLst>
        </pc:spChg>
        <pc:spChg chg="add del mod">
          <ac:chgData name="Chiara Mezzanzanica" userId="70dc0fcaa3acaa8c" providerId="LiveId" clId="{84E36EBB-F27B-4D1D-B9E4-4FD0C2237301}" dt="2025-12-09T09:20:15.465" v="11005" actId="20577"/>
          <ac:spMkLst>
            <pc:docMk/>
            <pc:sldMk cId="1313503380" sldId="294"/>
            <ac:spMk id="6" creationId="{562BB5ED-9156-D20F-5EC7-2E4020D28815}"/>
          </ac:spMkLst>
        </pc:spChg>
        <pc:picChg chg="add mod">
          <ac:chgData name="Chiara Mezzanzanica" userId="70dc0fcaa3acaa8c" providerId="LiveId" clId="{84E36EBB-F27B-4D1D-B9E4-4FD0C2237301}" dt="2025-12-01T14:57:52.304" v="9112" actId="14100"/>
          <ac:picMkLst>
            <pc:docMk/>
            <pc:sldMk cId="1313503380" sldId="294"/>
            <ac:picMk id="33" creationId="{AC437B33-AB72-AD05-CB3B-2C5854EAAC91}"/>
          </ac:picMkLst>
        </pc:picChg>
      </pc:sldChg>
      <pc:sldChg chg="modSp add mod ord">
        <pc:chgData name="Chiara Mezzanzanica" userId="70dc0fcaa3acaa8c" providerId="LiveId" clId="{84E36EBB-F27B-4D1D-B9E4-4FD0C2237301}" dt="2025-12-09T10:38:19.155" v="11050" actId="20577"/>
        <pc:sldMkLst>
          <pc:docMk/>
          <pc:sldMk cId="3654905310" sldId="295"/>
        </pc:sldMkLst>
        <pc:spChg chg="mod">
          <ac:chgData name="Chiara Mezzanzanica" userId="70dc0fcaa3acaa8c" providerId="LiveId" clId="{84E36EBB-F27B-4D1D-B9E4-4FD0C2237301}" dt="2025-12-03T11:08:32.831" v="9382" actId="20577"/>
          <ac:spMkLst>
            <pc:docMk/>
            <pc:sldMk cId="3654905310" sldId="295"/>
            <ac:spMk id="2" creationId="{D10A5FCC-4AA2-66FF-BFBF-D36E82748D7B}"/>
          </ac:spMkLst>
        </pc:spChg>
        <pc:spChg chg="mod">
          <ac:chgData name="Chiara Mezzanzanica" userId="70dc0fcaa3acaa8c" providerId="LiveId" clId="{84E36EBB-F27B-4D1D-B9E4-4FD0C2237301}" dt="2025-12-09T10:38:19.155" v="11050" actId="20577"/>
          <ac:spMkLst>
            <pc:docMk/>
            <pc:sldMk cId="3654905310" sldId="295"/>
            <ac:spMk id="7" creationId="{66580681-6271-8241-386E-863496826BD6}"/>
          </ac:spMkLst>
        </pc:spChg>
      </pc:sldChg>
      <pc:sldChg chg="addSp modSp new del mod">
        <pc:chgData name="Chiara Mezzanzanica" userId="70dc0fcaa3acaa8c" providerId="LiveId" clId="{84E36EBB-F27B-4D1D-B9E4-4FD0C2237301}" dt="2025-12-18T08:47:26.066" v="11314" actId="47"/>
        <pc:sldMkLst>
          <pc:docMk/>
          <pc:sldMk cId="2722168346" sldId="296"/>
        </pc:sldMkLst>
        <pc:spChg chg="add mod">
          <ac:chgData name="Chiara Mezzanzanica" userId="70dc0fcaa3acaa8c" providerId="LiveId" clId="{84E36EBB-F27B-4D1D-B9E4-4FD0C2237301}" dt="2025-12-18T08:47:07.916" v="11313" actId="207"/>
          <ac:spMkLst>
            <pc:docMk/>
            <pc:sldMk cId="2722168346" sldId="296"/>
            <ac:spMk id="2" creationId="{827027B9-8DEA-39D2-10DD-E10060F1A373}"/>
          </ac:spMkLst>
        </pc:spChg>
        <pc:spChg chg="add mod">
          <ac:chgData name="Chiara Mezzanzanica" userId="70dc0fcaa3acaa8c" providerId="LiveId" clId="{84E36EBB-F27B-4D1D-B9E4-4FD0C2237301}" dt="2025-12-18T08:46:29.896" v="11310" actId="1076"/>
          <ac:spMkLst>
            <pc:docMk/>
            <pc:sldMk cId="2722168346" sldId="296"/>
            <ac:spMk id="3" creationId="{15119538-2CE6-2D44-DB64-DC254A7C774B}"/>
          </ac:spMkLst>
        </pc:spChg>
      </pc:sldChg>
      <pc:sldChg chg="addSp delSp modSp new del mod">
        <pc:chgData name="Chiara Mezzanzanica" userId="70dc0fcaa3acaa8c" providerId="LiveId" clId="{84E36EBB-F27B-4D1D-B9E4-4FD0C2237301}" dt="2025-12-18T09:12:13.213" v="11435" actId="47"/>
        <pc:sldMkLst>
          <pc:docMk/>
          <pc:sldMk cId="3264050872" sldId="296"/>
        </pc:sldMkLst>
        <pc:spChg chg="add del mod">
          <ac:chgData name="Chiara Mezzanzanica" userId="70dc0fcaa3acaa8c" providerId="LiveId" clId="{84E36EBB-F27B-4D1D-B9E4-4FD0C2237301}" dt="2025-12-18T09:00:31.093" v="11340" actId="478"/>
          <ac:spMkLst>
            <pc:docMk/>
            <pc:sldMk cId="3264050872" sldId="296"/>
            <ac:spMk id="2" creationId="{21B19E63-623C-61AC-BC57-F8F5363C5141}"/>
          </ac:spMkLst>
        </pc:spChg>
        <pc:spChg chg="add mod">
          <ac:chgData name="Chiara Mezzanzanica" userId="70dc0fcaa3acaa8c" providerId="LiveId" clId="{84E36EBB-F27B-4D1D-B9E4-4FD0C2237301}" dt="2025-12-18T09:11:12.980" v="11434" actId="113"/>
          <ac:spMkLst>
            <pc:docMk/>
            <pc:sldMk cId="3264050872" sldId="296"/>
            <ac:spMk id="3" creationId="{8618C70F-DBD7-B733-8517-DCCF29D68025}"/>
          </ac:spMkLst>
        </pc:spChg>
        <pc:spChg chg="add mod ord">
          <ac:chgData name="Chiara Mezzanzanica" userId="70dc0fcaa3acaa8c" providerId="LiveId" clId="{84E36EBB-F27B-4D1D-B9E4-4FD0C2237301}" dt="2025-12-18T09:00:12.726" v="11335" actId="1076"/>
          <ac:spMkLst>
            <pc:docMk/>
            <pc:sldMk cId="3264050872" sldId="296"/>
            <ac:spMk id="4" creationId="{67A139D8-75A6-723D-5A74-B3FB9A7AF6C5}"/>
          </ac:spMkLst>
        </pc:spChg>
        <pc:spChg chg="add mod">
          <ac:chgData name="Chiara Mezzanzanica" userId="70dc0fcaa3acaa8c" providerId="LiveId" clId="{84E36EBB-F27B-4D1D-B9E4-4FD0C2237301}" dt="2025-12-18T08:59:53.303" v="11325" actId="1076"/>
          <ac:spMkLst>
            <pc:docMk/>
            <pc:sldMk cId="3264050872" sldId="296"/>
            <ac:spMk id="5" creationId="{77788CB1-CA5B-40AE-56CD-4D27AB46E354}"/>
          </ac:spMkLst>
        </pc:spChg>
      </pc:sldChg>
      <pc:sldChg chg="modSp add del mod ord">
        <pc:chgData name="Chiara Mezzanzanica" userId="70dc0fcaa3acaa8c" providerId="LiveId" clId="{84E36EBB-F27B-4D1D-B9E4-4FD0C2237301}" dt="2025-12-18T09:12:18.280" v="11436" actId="47"/>
        <pc:sldMkLst>
          <pc:docMk/>
          <pc:sldMk cId="1969843517" sldId="297"/>
        </pc:sldMkLst>
        <pc:spChg chg="mod">
          <ac:chgData name="Chiara Mezzanzanica" userId="70dc0fcaa3acaa8c" providerId="LiveId" clId="{84E36EBB-F27B-4D1D-B9E4-4FD0C2237301}" dt="2025-12-18T09:11:08.548" v="11433" actId="113"/>
          <ac:spMkLst>
            <pc:docMk/>
            <pc:sldMk cId="1969843517" sldId="297"/>
            <ac:spMk id="3" creationId="{93AF59C6-99E9-9559-83E1-011FE41C35BE}"/>
          </ac:spMkLst>
        </pc:spChg>
        <pc:spChg chg="mod">
          <ac:chgData name="Chiara Mezzanzanica" userId="70dc0fcaa3acaa8c" providerId="LiveId" clId="{84E36EBB-F27B-4D1D-B9E4-4FD0C2237301}" dt="2025-12-18T09:08:16.812" v="11415" actId="20577"/>
          <ac:spMkLst>
            <pc:docMk/>
            <pc:sldMk cId="1969843517" sldId="297"/>
            <ac:spMk id="4" creationId="{265E577F-E8BC-763F-C957-75B317634E01}"/>
          </ac:spMkLst>
        </pc:spChg>
      </pc:sldChg>
      <pc:sldChg chg="new del">
        <pc:chgData name="Chiara Mezzanzanica" userId="70dc0fcaa3acaa8c" providerId="LiveId" clId="{84E36EBB-F27B-4D1D-B9E4-4FD0C2237301}" dt="2025-12-18T09:08:09.236" v="11410" actId="47"/>
        <pc:sldMkLst>
          <pc:docMk/>
          <pc:sldMk cId="3822194093"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FF4813C8-640C-A176-C13C-C8EDAA56D414}"/>
            </a:ext>
          </a:extLst>
        </p:cNvPr>
        <p:cNvGrpSpPr/>
        <p:nvPr/>
      </p:nvGrpSpPr>
      <p:grpSpPr>
        <a:xfrm>
          <a:off x="0" y="0"/>
          <a:ext cx="0" cy="0"/>
          <a:chOff x="0" y="0"/>
          <a:chExt cx="0" cy="0"/>
        </a:xfrm>
      </p:grpSpPr>
      <p:sp>
        <p:nvSpPr>
          <p:cNvPr id="112" name="Google Shape;112;g3371192460b_1_0:notes">
            <a:extLst>
              <a:ext uri="{FF2B5EF4-FFF2-40B4-BE49-F238E27FC236}">
                <a16:creationId xmlns:a16="http://schemas.microsoft.com/office/drawing/2014/main" id="{234DD1C7-51DA-712F-5718-509CA825D2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371192460b_1_0:notes">
            <a:extLst>
              <a:ext uri="{FF2B5EF4-FFF2-40B4-BE49-F238E27FC236}">
                <a16:creationId xmlns:a16="http://schemas.microsoft.com/office/drawing/2014/main" id="{39D4696C-DEFF-85B8-155A-B652455CA6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82667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FA652C9-C40C-0755-E737-61272253FF08}"/>
            </a:ext>
          </a:extLst>
        </p:cNvPr>
        <p:cNvGrpSpPr/>
        <p:nvPr/>
      </p:nvGrpSpPr>
      <p:grpSpPr>
        <a:xfrm>
          <a:off x="0" y="0"/>
          <a:ext cx="0" cy="0"/>
          <a:chOff x="0" y="0"/>
          <a:chExt cx="0" cy="0"/>
        </a:xfrm>
      </p:grpSpPr>
      <p:sp>
        <p:nvSpPr>
          <p:cNvPr id="151" name="Google Shape;151;g408aeda40d_0_49:notes">
            <a:extLst>
              <a:ext uri="{FF2B5EF4-FFF2-40B4-BE49-F238E27FC236}">
                <a16:creationId xmlns:a16="http://schemas.microsoft.com/office/drawing/2014/main" id="{C470AD1F-A852-986B-D0C0-8ED2204909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08aeda40d_0_49:notes">
            <a:extLst>
              <a:ext uri="{FF2B5EF4-FFF2-40B4-BE49-F238E27FC236}">
                <a16:creationId xmlns:a16="http://schemas.microsoft.com/office/drawing/2014/main" id="{DC8C5F1D-6CC6-0A30-226D-52D749B944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7254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B962AB6C-C2F4-1347-79C0-176989D6D7CA}"/>
            </a:ext>
          </a:extLst>
        </p:cNvPr>
        <p:cNvGrpSpPr/>
        <p:nvPr/>
      </p:nvGrpSpPr>
      <p:grpSpPr>
        <a:xfrm>
          <a:off x="0" y="0"/>
          <a:ext cx="0" cy="0"/>
          <a:chOff x="0" y="0"/>
          <a:chExt cx="0" cy="0"/>
        </a:xfrm>
      </p:grpSpPr>
      <p:sp>
        <p:nvSpPr>
          <p:cNvPr id="151" name="Google Shape;151;g408aeda40d_0_49:notes">
            <a:extLst>
              <a:ext uri="{FF2B5EF4-FFF2-40B4-BE49-F238E27FC236}">
                <a16:creationId xmlns:a16="http://schemas.microsoft.com/office/drawing/2014/main" id="{93E8C4A9-3FC9-8429-49C5-D5E823C90D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08aeda40d_0_49:notes">
            <a:extLst>
              <a:ext uri="{FF2B5EF4-FFF2-40B4-BE49-F238E27FC236}">
                <a16:creationId xmlns:a16="http://schemas.microsoft.com/office/drawing/2014/main" id="{D1100DA7-83C9-D322-DEEE-2742FE84BA1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47706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DEC57C11-7E1D-3038-847D-B2D3B0810E37}"/>
            </a:ext>
          </a:extLst>
        </p:cNvPr>
        <p:cNvGrpSpPr/>
        <p:nvPr/>
      </p:nvGrpSpPr>
      <p:grpSpPr>
        <a:xfrm>
          <a:off x="0" y="0"/>
          <a:ext cx="0" cy="0"/>
          <a:chOff x="0" y="0"/>
          <a:chExt cx="0" cy="0"/>
        </a:xfrm>
      </p:grpSpPr>
      <p:sp>
        <p:nvSpPr>
          <p:cNvPr id="151" name="Google Shape;151;g408aeda40d_0_49:notes">
            <a:extLst>
              <a:ext uri="{FF2B5EF4-FFF2-40B4-BE49-F238E27FC236}">
                <a16:creationId xmlns:a16="http://schemas.microsoft.com/office/drawing/2014/main" id="{2BB3EA4C-9D87-4F56-8FA4-E8DEB0AD56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08aeda40d_0_49:notes">
            <a:extLst>
              <a:ext uri="{FF2B5EF4-FFF2-40B4-BE49-F238E27FC236}">
                <a16:creationId xmlns:a16="http://schemas.microsoft.com/office/drawing/2014/main" id="{69C0543B-E7E0-3B00-11F6-560D0BD492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534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FD0ACA4-2670-6C15-C77D-002BCDAFA7B7}"/>
            </a:ext>
          </a:extLst>
        </p:cNvPr>
        <p:cNvGrpSpPr/>
        <p:nvPr/>
      </p:nvGrpSpPr>
      <p:grpSpPr>
        <a:xfrm>
          <a:off x="0" y="0"/>
          <a:ext cx="0" cy="0"/>
          <a:chOff x="0" y="0"/>
          <a:chExt cx="0" cy="0"/>
        </a:xfrm>
      </p:grpSpPr>
      <p:sp>
        <p:nvSpPr>
          <p:cNvPr id="151" name="Google Shape;151;g408aeda40d_0_49:notes">
            <a:extLst>
              <a:ext uri="{FF2B5EF4-FFF2-40B4-BE49-F238E27FC236}">
                <a16:creationId xmlns:a16="http://schemas.microsoft.com/office/drawing/2014/main" id="{1DA482A1-83FB-E9AC-5A93-064222F23A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08aeda40d_0_49:notes">
            <a:extLst>
              <a:ext uri="{FF2B5EF4-FFF2-40B4-BE49-F238E27FC236}">
                <a16:creationId xmlns:a16="http://schemas.microsoft.com/office/drawing/2014/main" id="{4E8B73F1-1591-25A9-0880-AB283A1FF0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55566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551957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09AD00F-771B-464C-B49D-93E64AE7920C}"/>
            </a:ext>
          </a:extLst>
        </p:cNvPr>
        <p:cNvGrpSpPr/>
        <p:nvPr/>
      </p:nvGrpSpPr>
      <p:grpSpPr>
        <a:xfrm>
          <a:off x="0" y="0"/>
          <a:ext cx="0" cy="0"/>
          <a:chOff x="0" y="0"/>
          <a:chExt cx="0" cy="0"/>
        </a:xfrm>
      </p:grpSpPr>
      <p:sp>
        <p:nvSpPr>
          <p:cNvPr id="151" name="Google Shape;151;g408aeda40d_0_49:notes">
            <a:extLst>
              <a:ext uri="{FF2B5EF4-FFF2-40B4-BE49-F238E27FC236}">
                <a16:creationId xmlns:a16="http://schemas.microsoft.com/office/drawing/2014/main" id="{8003E73A-82E7-E207-45A4-D0DA183AE2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08aeda40d_0_49:notes">
            <a:extLst>
              <a:ext uri="{FF2B5EF4-FFF2-40B4-BE49-F238E27FC236}">
                <a16:creationId xmlns:a16="http://schemas.microsoft.com/office/drawing/2014/main" id="{58266648-E647-2306-1707-5911F79B6E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8321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06EB7A6-FC1C-05B2-E0A8-7B9E8B3F8B62}"/>
            </a:ext>
          </a:extLst>
        </p:cNvPr>
        <p:cNvGrpSpPr/>
        <p:nvPr/>
      </p:nvGrpSpPr>
      <p:grpSpPr>
        <a:xfrm>
          <a:off x="0" y="0"/>
          <a:ext cx="0" cy="0"/>
          <a:chOff x="0" y="0"/>
          <a:chExt cx="0" cy="0"/>
        </a:xfrm>
      </p:grpSpPr>
      <p:sp>
        <p:nvSpPr>
          <p:cNvPr id="151" name="Google Shape;151;g408aeda40d_0_49:notes">
            <a:extLst>
              <a:ext uri="{FF2B5EF4-FFF2-40B4-BE49-F238E27FC236}">
                <a16:creationId xmlns:a16="http://schemas.microsoft.com/office/drawing/2014/main" id="{76B5B885-4215-94F7-EDA9-65E76E2706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408aeda40d_0_49:notes">
            <a:extLst>
              <a:ext uri="{FF2B5EF4-FFF2-40B4-BE49-F238E27FC236}">
                <a16:creationId xmlns:a16="http://schemas.microsoft.com/office/drawing/2014/main" id="{B21FA334-3394-DB54-AFC5-F89E5804BC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88540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381000" y="685800"/>
            <a:ext cx="6096000" cy="3429000"/>
          </a:xfrm>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3681622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a71748b72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a71748b72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l titolo 1">
  <p:cSld name="TITLE_1">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017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Font typeface="Lekton"/>
              <a:buNone/>
              <a:defRPr sz="4200" b="1">
                <a:latin typeface="Lekton"/>
                <a:ea typeface="Lekton"/>
                <a:cs typeface="Lekton"/>
                <a:sym typeface="Lekton"/>
              </a:defRPr>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sp>
        <p:nvSpPr>
          <p:cNvPr id="12" name="Google Shape;12;p2"/>
          <p:cNvSpPr txBox="1">
            <a:spLocks noGrp="1"/>
          </p:cNvSpPr>
          <p:nvPr>
            <p:ph type="subTitle" idx="1"/>
          </p:nvPr>
        </p:nvSpPr>
        <p:spPr>
          <a:xfrm>
            <a:off x="867500" y="3427050"/>
            <a:ext cx="7557600" cy="507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b="1">
                <a:solidFill>
                  <a:srgbClr val="D66B55"/>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3" name="Google Shape;13;p2"/>
          <p:cNvSpPr txBox="1"/>
          <p:nvPr/>
        </p:nvSpPr>
        <p:spPr>
          <a:xfrm>
            <a:off x="726825" y="257900"/>
            <a:ext cx="695700" cy="48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1578700"/>
            <a:ext cx="8520300" cy="14139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Font typeface="Lekton"/>
              <a:buNone/>
              <a:defRPr sz="3000" b="1">
                <a:latin typeface="Lekton"/>
                <a:ea typeface="Lekton"/>
                <a:cs typeface="Lekton"/>
                <a:sym typeface="Lekton"/>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
        <p:nvSpPr>
          <p:cNvPr id="17" name="Google Shape;17;p3"/>
          <p:cNvSpPr txBox="1">
            <a:spLocks noGrp="1"/>
          </p:cNvSpPr>
          <p:nvPr>
            <p:ph type="subTitle" idx="1"/>
          </p:nvPr>
        </p:nvSpPr>
        <p:spPr>
          <a:xfrm>
            <a:off x="2250825" y="3032375"/>
            <a:ext cx="4298400" cy="359400"/>
          </a:xfrm>
          <a:prstGeom prst="rect">
            <a:avLst/>
          </a:prstGeom>
        </p:spPr>
        <p:txBody>
          <a:bodyPr spcFirstLastPara="1" wrap="square" lIns="91425" tIns="91425" rIns="91425" bIns="91425" anchor="t" anchorCtr="0">
            <a:noAutofit/>
          </a:bodyPr>
          <a:lstStyle>
            <a:lvl1pPr lvl="0">
              <a:spcBef>
                <a:spcPts val="0"/>
              </a:spcBef>
              <a:spcAft>
                <a:spcPts val="0"/>
              </a:spcAft>
              <a:buNone/>
              <a:defRPr b="1">
                <a:solidFill>
                  <a:srgbClr val="333333"/>
                </a:solidFill>
                <a:latin typeface="Titillium Web"/>
                <a:ea typeface="Titillium Web"/>
                <a:cs typeface="Titillium Web"/>
                <a:sym typeface="Titillium Web"/>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ntestazione della sezione 1">
  <p:cSld name="SECTION_HEADER_1">
    <p:spTree>
      <p:nvGrpSpPr>
        <p:cNvPr id="1" name="Shape 18"/>
        <p:cNvGrpSpPr/>
        <p:nvPr/>
      </p:nvGrpSpPr>
      <p:grpSpPr>
        <a:xfrm>
          <a:off x="0" y="0"/>
          <a:ext cx="0" cy="0"/>
          <a:chOff x="0" y="0"/>
          <a:chExt cx="0" cy="0"/>
        </a:xfrm>
      </p:grpSpPr>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sp>
        <p:nvSpPr>
          <p:cNvPr id="20" name="Google Shape;20;p4"/>
          <p:cNvSpPr txBox="1">
            <a:spLocks noGrp="1"/>
          </p:cNvSpPr>
          <p:nvPr>
            <p:ph type="body" idx="1"/>
          </p:nvPr>
        </p:nvSpPr>
        <p:spPr>
          <a:xfrm>
            <a:off x="461300" y="1594350"/>
            <a:ext cx="8221500" cy="13140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rgbClr val="333333"/>
              </a:buClr>
              <a:buSzPts val="1800"/>
              <a:buFont typeface="Lekton"/>
              <a:buChar char="●"/>
              <a:defRPr>
                <a:solidFill>
                  <a:srgbClr val="333333"/>
                </a:solidFill>
                <a:latin typeface="Lekton"/>
                <a:ea typeface="Lekton"/>
                <a:cs typeface="Lekton"/>
                <a:sym typeface="Lekton"/>
              </a:defRPr>
            </a:lvl1pPr>
            <a:lvl2pPr marL="914400" lvl="1"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2pPr>
            <a:lvl3pPr marL="1371600" lvl="2"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3pPr>
            <a:lvl4pPr marL="1828800" lvl="3"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4pPr>
            <a:lvl5pPr marL="2286000" lvl="4"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5pPr>
            <a:lvl6pPr marL="2743200" lvl="5"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6pPr>
            <a:lvl7pPr marL="3200400" lvl="6"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7pPr>
            <a:lvl8pPr marL="3657600" lvl="7"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8pPr>
            <a:lvl9pPr marL="4114800" lvl="8" indent="-317500" rtl="0">
              <a:spcBef>
                <a:spcPts val="1600"/>
              </a:spcBef>
              <a:spcAft>
                <a:spcPts val="1600"/>
              </a:spcAft>
              <a:buClr>
                <a:srgbClr val="333333"/>
              </a:buClr>
              <a:buSzPts val="1400"/>
              <a:buFont typeface="Lekton"/>
              <a:buChar char="■"/>
              <a:defRPr>
                <a:solidFill>
                  <a:srgbClr val="333333"/>
                </a:solidFill>
                <a:latin typeface="Lekton"/>
                <a:ea typeface="Lekton"/>
                <a:cs typeface="Lekton"/>
                <a:sym typeface="Lekton"/>
              </a:defRPr>
            </a:lvl9pPr>
          </a:lstStyle>
          <a:p>
            <a:endParaRPr/>
          </a:p>
        </p:txBody>
      </p:sp>
      <p:sp>
        <p:nvSpPr>
          <p:cNvPr id="21" name="Google Shape;21;p4"/>
          <p:cNvSpPr txBox="1">
            <a:spLocks noGrp="1"/>
          </p:cNvSpPr>
          <p:nvPr>
            <p:ph type="body" idx="2"/>
          </p:nvPr>
        </p:nvSpPr>
        <p:spPr>
          <a:xfrm>
            <a:off x="461250" y="3253963"/>
            <a:ext cx="8221500" cy="13140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rgbClr val="333333"/>
              </a:buClr>
              <a:buSzPts val="1800"/>
              <a:buFont typeface="Lekton"/>
              <a:buChar char="●"/>
              <a:defRPr>
                <a:solidFill>
                  <a:srgbClr val="333333"/>
                </a:solidFill>
                <a:latin typeface="Lekton"/>
                <a:ea typeface="Lekton"/>
                <a:cs typeface="Lekton"/>
                <a:sym typeface="Lekton"/>
              </a:defRPr>
            </a:lvl1pPr>
            <a:lvl2pPr marL="914400" lvl="1"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2pPr>
            <a:lvl3pPr marL="1371600" lvl="2"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3pPr>
            <a:lvl4pPr marL="1828800" lvl="3"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4pPr>
            <a:lvl5pPr marL="2286000" lvl="4"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5pPr>
            <a:lvl6pPr marL="2743200" lvl="5"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6pPr>
            <a:lvl7pPr marL="3200400" lvl="6"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7pPr>
            <a:lvl8pPr marL="3657600" lvl="7" indent="-317500" rtl="0">
              <a:spcBef>
                <a:spcPts val="1600"/>
              </a:spcBef>
              <a:spcAft>
                <a:spcPts val="0"/>
              </a:spcAft>
              <a:buClr>
                <a:srgbClr val="333333"/>
              </a:buClr>
              <a:buSzPts val="1400"/>
              <a:buFont typeface="Lekton"/>
              <a:buChar char="○"/>
              <a:defRPr>
                <a:solidFill>
                  <a:srgbClr val="333333"/>
                </a:solidFill>
                <a:latin typeface="Lekton"/>
                <a:ea typeface="Lekton"/>
                <a:cs typeface="Lekton"/>
                <a:sym typeface="Lekton"/>
              </a:defRPr>
            </a:lvl8pPr>
            <a:lvl9pPr marL="4114800" lvl="8" indent="-317500" rtl="0">
              <a:spcBef>
                <a:spcPts val="1600"/>
              </a:spcBef>
              <a:spcAft>
                <a:spcPts val="1600"/>
              </a:spcAft>
              <a:buClr>
                <a:srgbClr val="333333"/>
              </a:buClr>
              <a:buSzPts val="1400"/>
              <a:buFont typeface="Lekton"/>
              <a:buChar char="■"/>
              <a:defRPr>
                <a:solidFill>
                  <a:srgbClr val="333333"/>
                </a:solidFill>
                <a:latin typeface="Lekton"/>
                <a:ea typeface="Lekton"/>
                <a:cs typeface="Lekton"/>
                <a:sym typeface="Lekton"/>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sp>
        <p:nvSpPr>
          <p:cNvPr id="23" name="Google Shape;23;p5"/>
          <p:cNvSpPr/>
          <p:nvPr/>
        </p:nvSpPr>
        <p:spPr>
          <a:xfrm>
            <a:off x="4439150" y="100"/>
            <a:ext cx="4704900" cy="5143500"/>
          </a:xfrm>
          <a:prstGeom prst="rect">
            <a:avLst/>
          </a:prstGeom>
          <a:solidFill>
            <a:srgbClr val="EEEE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body" idx="1"/>
          </p:nvPr>
        </p:nvSpPr>
        <p:spPr>
          <a:xfrm>
            <a:off x="837675" y="1656850"/>
            <a:ext cx="3288900" cy="29121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SzPts val="1800"/>
              <a:buFont typeface="Lekton"/>
              <a:buChar char="●"/>
              <a:defRPr>
                <a:latin typeface="Lekton"/>
                <a:ea typeface="Lekton"/>
                <a:cs typeface="Lekton"/>
                <a:sym typeface="Lekton"/>
              </a:defRPr>
            </a:lvl1pPr>
            <a:lvl2pPr marL="914400" lvl="1" indent="-317500" rtl="0">
              <a:spcBef>
                <a:spcPts val="1600"/>
              </a:spcBef>
              <a:spcAft>
                <a:spcPts val="0"/>
              </a:spcAft>
              <a:buSzPts val="1400"/>
              <a:buFont typeface="Lekton"/>
              <a:buChar char="○"/>
              <a:defRPr b="1">
                <a:latin typeface="Lekton"/>
                <a:ea typeface="Lekton"/>
                <a:cs typeface="Lekton"/>
                <a:sym typeface="Lekton"/>
              </a:defRPr>
            </a:lvl2pPr>
            <a:lvl3pPr marL="1371600" lvl="2" indent="-317500" rtl="0">
              <a:spcBef>
                <a:spcPts val="1600"/>
              </a:spcBef>
              <a:spcAft>
                <a:spcPts val="0"/>
              </a:spcAft>
              <a:buSzPts val="1400"/>
              <a:buFont typeface="Lekton"/>
              <a:buChar char="■"/>
              <a:defRPr b="1">
                <a:latin typeface="Lekton"/>
                <a:ea typeface="Lekton"/>
                <a:cs typeface="Lekton"/>
                <a:sym typeface="Lekton"/>
              </a:defRPr>
            </a:lvl3pPr>
            <a:lvl4pPr marL="1828800" lvl="3" indent="-317500" rtl="0">
              <a:spcBef>
                <a:spcPts val="1600"/>
              </a:spcBef>
              <a:spcAft>
                <a:spcPts val="0"/>
              </a:spcAft>
              <a:buSzPts val="1400"/>
              <a:buFont typeface="Lekton"/>
              <a:buChar char="●"/>
              <a:defRPr b="1">
                <a:latin typeface="Lekton"/>
                <a:ea typeface="Lekton"/>
                <a:cs typeface="Lekton"/>
                <a:sym typeface="Lekton"/>
              </a:defRPr>
            </a:lvl4pPr>
            <a:lvl5pPr marL="2286000" lvl="4" indent="-317500" rtl="0">
              <a:spcBef>
                <a:spcPts val="1600"/>
              </a:spcBef>
              <a:spcAft>
                <a:spcPts val="0"/>
              </a:spcAft>
              <a:buSzPts val="1400"/>
              <a:buFont typeface="Lekton"/>
              <a:buChar char="○"/>
              <a:defRPr b="1">
                <a:latin typeface="Lekton"/>
                <a:ea typeface="Lekton"/>
                <a:cs typeface="Lekton"/>
                <a:sym typeface="Lekton"/>
              </a:defRPr>
            </a:lvl5pPr>
            <a:lvl6pPr marL="2743200" lvl="5" indent="-317500" rtl="0">
              <a:spcBef>
                <a:spcPts val="1600"/>
              </a:spcBef>
              <a:spcAft>
                <a:spcPts val="0"/>
              </a:spcAft>
              <a:buSzPts val="1400"/>
              <a:buFont typeface="Lekton"/>
              <a:buChar char="■"/>
              <a:defRPr b="1">
                <a:latin typeface="Lekton"/>
                <a:ea typeface="Lekton"/>
                <a:cs typeface="Lekton"/>
                <a:sym typeface="Lekton"/>
              </a:defRPr>
            </a:lvl6pPr>
            <a:lvl7pPr marL="3200400" lvl="6" indent="-317500" rtl="0">
              <a:spcBef>
                <a:spcPts val="1600"/>
              </a:spcBef>
              <a:spcAft>
                <a:spcPts val="0"/>
              </a:spcAft>
              <a:buSzPts val="1400"/>
              <a:buFont typeface="Lekton"/>
              <a:buChar char="●"/>
              <a:defRPr b="1">
                <a:latin typeface="Lekton"/>
                <a:ea typeface="Lekton"/>
                <a:cs typeface="Lekton"/>
                <a:sym typeface="Lekton"/>
              </a:defRPr>
            </a:lvl7pPr>
            <a:lvl8pPr marL="3657600" lvl="7" indent="-317500" rtl="0">
              <a:spcBef>
                <a:spcPts val="1600"/>
              </a:spcBef>
              <a:spcAft>
                <a:spcPts val="0"/>
              </a:spcAft>
              <a:buSzPts val="1400"/>
              <a:buFont typeface="Lekton"/>
              <a:buChar char="○"/>
              <a:defRPr b="1">
                <a:latin typeface="Lekton"/>
                <a:ea typeface="Lekton"/>
                <a:cs typeface="Lekton"/>
                <a:sym typeface="Lekton"/>
              </a:defRPr>
            </a:lvl8pPr>
            <a:lvl9pPr marL="4114800" lvl="8" indent="-317500" rtl="0">
              <a:spcBef>
                <a:spcPts val="1600"/>
              </a:spcBef>
              <a:spcAft>
                <a:spcPts val="1600"/>
              </a:spcAft>
              <a:buSzPts val="1400"/>
              <a:buFont typeface="Lekton"/>
              <a:buChar char="■"/>
              <a:defRPr b="1">
                <a:latin typeface="Lekton"/>
                <a:ea typeface="Lekton"/>
                <a:cs typeface="Lekton"/>
                <a:sym typeface="Lekton"/>
              </a:defRPr>
            </a:lvl9pPr>
          </a:lstStyle>
          <a:p>
            <a:endParaRPr/>
          </a:p>
        </p:txBody>
      </p:sp>
      <p:sp>
        <p:nvSpPr>
          <p:cNvPr id="25" name="Google Shape;2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6"/>
          <p:cNvSpPr txBox="1">
            <a:spLocks noGrp="1"/>
          </p:cNvSpPr>
          <p:nvPr>
            <p:ph type="body" idx="1"/>
          </p:nvPr>
        </p:nvSpPr>
        <p:spPr>
          <a:xfrm>
            <a:off x="311700" y="1457275"/>
            <a:ext cx="39999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Font typeface="Lekton"/>
              <a:buChar char="●"/>
              <a:defRPr>
                <a:latin typeface="Lekton"/>
                <a:ea typeface="Lekton"/>
                <a:cs typeface="Lekton"/>
                <a:sym typeface="Lekton"/>
              </a:defRPr>
            </a:lvl1pPr>
            <a:lvl2pPr marL="914400" lvl="1" indent="-342900">
              <a:spcBef>
                <a:spcPts val="1600"/>
              </a:spcBef>
              <a:spcAft>
                <a:spcPts val="0"/>
              </a:spcAft>
              <a:buSzPts val="1800"/>
              <a:buFont typeface="Lekton"/>
              <a:buChar char="○"/>
              <a:defRPr sz="1800" b="1">
                <a:latin typeface="Lekton"/>
                <a:ea typeface="Lekton"/>
                <a:cs typeface="Lekton"/>
                <a:sym typeface="Lekton"/>
              </a:defRPr>
            </a:lvl2pPr>
            <a:lvl3pPr marL="1371600" lvl="2" indent="-342900">
              <a:spcBef>
                <a:spcPts val="1600"/>
              </a:spcBef>
              <a:spcAft>
                <a:spcPts val="0"/>
              </a:spcAft>
              <a:buSzPts val="1800"/>
              <a:buFont typeface="Lekton"/>
              <a:buChar char="■"/>
              <a:defRPr sz="1800" b="1">
                <a:latin typeface="Lekton"/>
                <a:ea typeface="Lekton"/>
                <a:cs typeface="Lekton"/>
                <a:sym typeface="Lekton"/>
              </a:defRPr>
            </a:lvl3pPr>
            <a:lvl4pPr marL="1828800" lvl="3" indent="-342900">
              <a:spcBef>
                <a:spcPts val="1600"/>
              </a:spcBef>
              <a:spcAft>
                <a:spcPts val="0"/>
              </a:spcAft>
              <a:buSzPts val="1800"/>
              <a:buFont typeface="Lekton"/>
              <a:buChar char="●"/>
              <a:defRPr sz="1800" b="1">
                <a:latin typeface="Lekton"/>
                <a:ea typeface="Lekton"/>
                <a:cs typeface="Lekton"/>
                <a:sym typeface="Lekton"/>
              </a:defRPr>
            </a:lvl4pPr>
            <a:lvl5pPr marL="2286000" lvl="4" indent="-342900">
              <a:spcBef>
                <a:spcPts val="1600"/>
              </a:spcBef>
              <a:spcAft>
                <a:spcPts val="0"/>
              </a:spcAft>
              <a:buSzPts val="1800"/>
              <a:buFont typeface="Lekton"/>
              <a:buChar char="○"/>
              <a:defRPr sz="1800" b="1">
                <a:latin typeface="Lekton"/>
                <a:ea typeface="Lekton"/>
                <a:cs typeface="Lekton"/>
                <a:sym typeface="Lekton"/>
              </a:defRPr>
            </a:lvl5pPr>
            <a:lvl6pPr marL="2743200" lvl="5" indent="-342900">
              <a:spcBef>
                <a:spcPts val="1600"/>
              </a:spcBef>
              <a:spcAft>
                <a:spcPts val="0"/>
              </a:spcAft>
              <a:buSzPts val="1800"/>
              <a:buFont typeface="Lekton"/>
              <a:buChar char="■"/>
              <a:defRPr sz="1800" b="1">
                <a:latin typeface="Lekton"/>
                <a:ea typeface="Lekton"/>
                <a:cs typeface="Lekton"/>
                <a:sym typeface="Lekton"/>
              </a:defRPr>
            </a:lvl6pPr>
            <a:lvl7pPr marL="3200400" lvl="6" indent="-342900">
              <a:spcBef>
                <a:spcPts val="1600"/>
              </a:spcBef>
              <a:spcAft>
                <a:spcPts val="0"/>
              </a:spcAft>
              <a:buSzPts val="1800"/>
              <a:buFont typeface="Lekton"/>
              <a:buChar char="●"/>
              <a:defRPr sz="1800" b="1">
                <a:latin typeface="Lekton"/>
                <a:ea typeface="Lekton"/>
                <a:cs typeface="Lekton"/>
                <a:sym typeface="Lekton"/>
              </a:defRPr>
            </a:lvl7pPr>
            <a:lvl8pPr marL="3657600" lvl="7" indent="-342900">
              <a:spcBef>
                <a:spcPts val="1600"/>
              </a:spcBef>
              <a:spcAft>
                <a:spcPts val="0"/>
              </a:spcAft>
              <a:buSzPts val="1800"/>
              <a:buFont typeface="Lekton"/>
              <a:buChar char="○"/>
              <a:defRPr sz="1800" b="1">
                <a:latin typeface="Lekton"/>
                <a:ea typeface="Lekton"/>
                <a:cs typeface="Lekton"/>
                <a:sym typeface="Lekton"/>
              </a:defRPr>
            </a:lvl8pPr>
            <a:lvl9pPr marL="4114800" lvl="8" indent="-342900">
              <a:spcBef>
                <a:spcPts val="1600"/>
              </a:spcBef>
              <a:spcAft>
                <a:spcPts val="1600"/>
              </a:spcAft>
              <a:buSzPts val="1800"/>
              <a:buFont typeface="Lekton"/>
              <a:buChar char="■"/>
              <a:defRPr sz="1800" b="1">
                <a:latin typeface="Lekton"/>
                <a:ea typeface="Lekton"/>
                <a:cs typeface="Lekton"/>
                <a:sym typeface="Lekton"/>
              </a:defRPr>
            </a:lvl9pPr>
          </a:lstStyle>
          <a:p>
            <a:endParaRPr/>
          </a:p>
        </p:txBody>
      </p:sp>
      <p:sp>
        <p:nvSpPr>
          <p:cNvPr id="28" name="Google Shape;28;p6"/>
          <p:cNvSpPr txBox="1">
            <a:spLocks noGrp="1"/>
          </p:cNvSpPr>
          <p:nvPr>
            <p:ph type="body" idx="2"/>
          </p:nvPr>
        </p:nvSpPr>
        <p:spPr>
          <a:xfrm>
            <a:off x="4832400" y="1457275"/>
            <a:ext cx="39999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Font typeface="Lekton"/>
              <a:buChar char="●"/>
              <a:defRPr>
                <a:latin typeface="Lekton"/>
                <a:ea typeface="Lekton"/>
                <a:cs typeface="Lekton"/>
                <a:sym typeface="Lekton"/>
              </a:defRPr>
            </a:lvl1pPr>
            <a:lvl2pPr marL="914400" lvl="1" indent="-342900">
              <a:spcBef>
                <a:spcPts val="1600"/>
              </a:spcBef>
              <a:spcAft>
                <a:spcPts val="0"/>
              </a:spcAft>
              <a:buSzPts val="1800"/>
              <a:buFont typeface="Lekton"/>
              <a:buChar char="○"/>
              <a:defRPr sz="1800" b="1">
                <a:latin typeface="Lekton"/>
                <a:ea typeface="Lekton"/>
                <a:cs typeface="Lekton"/>
                <a:sym typeface="Lekton"/>
              </a:defRPr>
            </a:lvl2pPr>
            <a:lvl3pPr marL="1371600" lvl="2" indent="-342900">
              <a:spcBef>
                <a:spcPts val="1600"/>
              </a:spcBef>
              <a:spcAft>
                <a:spcPts val="0"/>
              </a:spcAft>
              <a:buSzPts val="1800"/>
              <a:buFont typeface="Lekton"/>
              <a:buChar char="■"/>
              <a:defRPr sz="1800" b="1">
                <a:latin typeface="Lekton"/>
                <a:ea typeface="Lekton"/>
                <a:cs typeface="Lekton"/>
                <a:sym typeface="Lekton"/>
              </a:defRPr>
            </a:lvl3pPr>
            <a:lvl4pPr marL="1828800" lvl="3" indent="-342900">
              <a:spcBef>
                <a:spcPts val="1600"/>
              </a:spcBef>
              <a:spcAft>
                <a:spcPts val="0"/>
              </a:spcAft>
              <a:buSzPts val="1800"/>
              <a:buFont typeface="Lekton"/>
              <a:buChar char="●"/>
              <a:defRPr sz="1800" b="1">
                <a:latin typeface="Lekton"/>
                <a:ea typeface="Lekton"/>
                <a:cs typeface="Lekton"/>
                <a:sym typeface="Lekton"/>
              </a:defRPr>
            </a:lvl4pPr>
            <a:lvl5pPr marL="2286000" lvl="4" indent="-342900">
              <a:spcBef>
                <a:spcPts val="1600"/>
              </a:spcBef>
              <a:spcAft>
                <a:spcPts val="0"/>
              </a:spcAft>
              <a:buSzPts val="1800"/>
              <a:buFont typeface="Lekton"/>
              <a:buChar char="○"/>
              <a:defRPr sz="1800" b="1">
                <a:latin typeface="Lekton"/>
                <a:ea typeface="Lekton"/>
                <a:cs typeface="Lekton"/>
                <a:sym typeface="Lekton"/>
              </a:defRPr>
            </a:lvl5pPr>
            <a:lvl6pPr marL="2743200" lvl="5" indent="-342900">
              <a:spcBef>
                <a:spcPts val="1600"/>
              </a:spcBef>
              <a:spcAft>
                <a:spcPts val="0"/>
              </a:spcAft>
              <a:buSzPts val="1800"/>
              <a:buFont typeface="Lekton"/>
              <a:buChar char="■"/>
              <a:defRPr sz="1800" b="1">
                <a:latin typeface="Lekton"/>
                <a:ea typeface="Lekton"/>
                <a:cs typeface="Lekton"/>
                <a:sym typeface="Lekton"/>
              </a:defRPr>
            </a:lvl6pPr>
            <a:lvl7pPr marL="3200400" lvl="6" indent="-342900">
              <a:spcBef>
                <a:spcPts val="1600"/>
              </a:spcBef>
              <a:spcAft>
                <a:spcPts val="0"/>
              </a:spcAft>
              <a:buSzPts val="1800"/>
              <a:buFont typeface="Lekton"/>
              <a:buChar char="●"/>
              <a:defRPr sz="1800" b="1">
                <a:latin typeface="Lekton"/>
                <a:ea typeface="Lekton"/>
                <a:cs typeface="Lekton"/>
                <a:sym typeface="Lekton"/>
              </a:defRPr>
            </a:lvl7pPr>
            <a:lvl8pPr marL="3657600" lvl="7" indent="-342900">
              <a:spcBef>
                <a:spcPts val="1600"/>
              </a:spcBef>
              <a:spcAft>
                <a:spcPts val="0"/>
              </a:spcAft>
              <a:buSzPts val="1800"/>
              <a:buFont typeface="Lekton"/>
              <a:buChar char="○"/>
              <a:defRPr sz="1800" b="1">
                <a:latin typeface="Lekton"/>
                <a:ea typeface="Lekton"/>
                <a:cs typeface="Lekton"/>
                <a:sym typeface="Lekton"/>
              </a:defRPr>
            </a:lvl8pPr>
            <a:lvl9pPr marL="4114800" lvl="8" indent="-342900">
              <a:spcBef>
                <a:spcPts val="1600"/>
              </a:spcBef>
              <a:spcAft>
                <a:spcPts val="1600"/>
              </a:spcAft>
              <a:buSzPts val="1800"/>
              <a:buFont typeface="Lekton"/>
              <a:buChar char="■"/>
              <a:defRPr sz="1800" b="1">
                <a:latin typeface="Lekton"/>
                <a:ea typeface="Lekton"/>
                <a:cs typeface="Lekton"/>
                <a:sym typeface="Lekton"/>
              </a:defRPr>
            </a:lvl9pPr>
          </a:lstStyle>
          <a:p>
            <a:endParaRPr/>
          </a:p>
        </p:txBody>
      </p:sp>
      <p:sp>
        <p:nvSpPr>
          <p:cNvPr id="29" name="Google Shape;29;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olo della sezione e descrizione 1">
  <p:cSld name="SECTION_TITLE_AND_DESCRIPTION_1">
    <p:spTree>
      <p:nvGrpSpPr>
        <p:cNvPr id="1" name="Shape 32"/>
        <p:cNvGrpSpPr/>
        <p:nvPr/>
      </p:nvGrpSpPr>
      <p:grpSpPr>
        <a:xfrm>
          <a:off x="0" y="0"/>
          <a:ext cx="0" cy="0"/>
          <a:chOff x="0" y="0"/>
          <a:chExt cx="0" cy="0"/>
        </a:xfrm>
      </p:grpSpPr>
      <p:sp>
        <p:nvSpPr>
          <p:cNvPr id="33" name="Google Shape;33;p8"/>
          <p:cNvSpPr/>
          <p:nvPr/>
        </p:nvSpPr>
        <p:spPr>
          <a:xfrm>
            <a:off x="0" y="-125"/>
            <a:ext cx="9144000" cy="5143500"/>
          </a:xfrm>
          <a:prstGeom prst="rect">
            <a:avLst/>
          </a:prstGeom>
          <a:solidFill>
            <a:srgbClr val="D66B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8"/>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35" name="Google Shape;35;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sp>
        <p:nvSpPr>
          <p:cNvPr id="36" name="Google Shape;36;p8"/>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olo della sezione e descrizione 1 1">
  <p:cSld name="SECTION_TITLE_AND_DESCRIPTION_1_1">
    <p:spTree>
      <p:nvGrpSpPr>
        <p:cNvPr id="1" name="Shape 37"/>
        <p:cNvGrpSpPr/>
        <p:nvPr/>
      </p:nvGrpSpPr>
      <p:grpSpPr>
        <a:xfrm>
          <a:off x="0" y="0"/>
          <a:ext cx="0" cy="0"/>
          <a:chOff x="0" y="0"/>
          <a:chExt cx="0" cy="0"/>
        </a:xfrm>
      </p:grpSpPr>
      <p:sp>
        <p:nvSpPr>
          <p:cNvPr id="38" name="Google Shape;3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pic>
        <p:nvPicPr>
          <p:cNvPr id="39" name="Google Shape;39;p9"/>
          <p:cNvPicPr preferRelativeResize="0"/>
          <p:nvPr/>
        </p:nvPicPr>
        <p:blipFill>
          <a:blip r:embed="rId2">
            <a:alphaModFix/>
          </a:blip>
          <a:stretch>
            <a:fillRect/>
          </a:stretch>
        </p:blipFill>
        <p:spPr>
          <a:xfrm>
            <a:off x="-61175" y="-96750"/>
            <a:ext cx="9386000" cy="5293650"/>
          </a:xfrm>
          <a:prstGeom prst="rect">
            <a:avLst/>
          </a:prstGeom>
          <a:noFill/>
          <a:ln>
            <a:noFill/>
          </a:ln>
        </p:spPr>
      </p:pic>
      <p:sp>
        <p:nvSpPr>
          <p:cNvPr id="40" name="Google Shape;40;p9"/>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41" name="Google Shape;41;p9"/>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42" name="Google Shape;42;p9"/>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olo della sezione e descrizione 1 1 1">
  <p:cSld name="SECTION_TITLE_AND_DESCRIPTION_1_1_1">
    <p:spTree>
      <p:nvGrpSpPr>
        <p:cNvPr id="1" name="Shape 43"/>
        <p:cNvGrpSpPr/>
        <p:nvPr/>
      </p:nvGrpSpPr>
      <p:grpSpPr>
        <a:xfrm>
          <a:off x="0" y="0"/>
          <a:ext cx="0" cy="0"/>
          <a:chOff x="0" y="0"/>
          <a:chExt cx="0" cy="0"/>
        </a:xfrm>
      </p:grpSpPr>
      <p:cxnSp>
        <p:nvCxnSpPr>
          <p:cNvPr id="44" name="Google Shape;44;p10"/>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45" name="Google Shape;45;p10"/>
          <p:cNvSpPr/>
          <p:nvPr/>
        </p:nvSpPr>
        <p:spPr>
          <a:xfrm>
            <a:off x="-25" y="50"/>
            <a:ext cx="9144000" cy="5143500"/>
          </a:xfrm>
          <a:prstGeom prst="rect">
            <a:avLst/>
          </a:prstGeom>
          <a:solidFill>
            <a:srgbClr val="33333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10"/>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47" name="Google Shape;47;p10"/>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olo della sezione e descrizione 1 1 1 2">
  <p:cSld name="SECTION_TITLE_AND_DESCRIPTION_1_1_1_2">
    <p:spTree>
      <p:nvGrpSpPr>
        <p:cNvPr id="1" name="Shape 48"/>
        <p:cNvGrpSpPr/>
        <p:nvPr/>
      </p:nvGrpSpPr>
      <p:grpSpPr>
        <a:xfrm>
          <a:off x="0" y="0"/>
          <a:ext cx="0" cy="0"/>
          <a:chOff x="0" y="0"/>
          <a:chExt cx="0" cy="0"/>
        </a:xfrm>
      </p:grpSpPr>
      <p:pic>
        <p:nvPicPr>
          <p:cNvPr id="49" name="Google Shape;49;p11"/>
          <p:cNvPicPr preferRelativeResize="0"/>
          <p:nvPr/>
        </p:nvPicPr>
        <p:blipFill>
          <a:blip r:embed="rId2">
            <a:alphaModFix/>
          </a:blip>
          <a:stretch>
            <a:fillRect/>
          </a:stretch>
        </p:blipFill>
        <p:spPr>
          <a:xfrm>
            <a:off x="-52275" y="-52250"/>
            <a:ext cx="9338651" cy="5266950"/>
          </a:xfrm>
          <a:prstGeom prst="rect">
            <a:avLst/>
          </a:prstGeom>
          <a:noFill/>
          <a:ln>
            <a:noFill/>
          </a:ln>
        </p:spPr>
      </p:pic>
      <p:sp>
        <p:nvSpPr>
          <p:cNvPr id="50" name="Google Shape;50;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sp>
        <p:nvSpPr>
          <p:cNvPr id="51" name="Google Shape;51;p11"/>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52" name="Google Shape;52;p11"/>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53" name="Google Shape;53;p11"/>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personalizzato 1">
  <p:cSld name="CUSTOM">
    <p:spTree>
      <p:nvGrpSpPr>
        <p:cNvPr id="1" name="Shape 54"/>
        <p:cNvGrpSpPr/>
        <p:nvPr/>
      </p:nvGrpSpPr>
      <p:grpSpPr>
        <a:xfrm>
          <a:off x="0" y="0"/>
          <a:ext cx="0" cy="0"/>
          <a:chOff x="0" y="0"/>
          <a:chExt cx="0" cy="0"/>
        </a:xfrm>
      </p:grpSpPr>
      <p:cxnSp>
        <p:nvCxnSpPr>
          <p:cNvPr id="55" name="Google Shape;55;p12"/>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56" name="Google Shape;56;p12"/>
          <p:cNvSpPr/>
          <p:nvPr/>
        </p:nvSpPr>
        <p:spPr>
          <a:xfrm>
            <a:off x="-25" y="50"/>
            <a:ext cx="9144000" cy="5143500"/>
          </a:xfrm>
          <a:prstGeom prst="rect">
            <a:avLst/>
          </a:prstGeom>
          <a:solidFill>
            <a:srgbClr val="3C678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2"/>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58" name="Google Shape;58;p12"/>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olo della sezione e descrizione 1 1 1 1">
  <p:cSld name="SECTION_TITLE_AND_DESCRIPTION_1_1_1_1">
    <p:spTree>
      <p:nvGrpSpPr>
        <p:cNvPr id="1" name="Shape 59"/>
        <p:cNvGrpSpPr/>
        <p:nvPr/>
      </p:nvGrpSpPr>
      <p:grpSpPr>
        <a:xfrm>
          <a:off x="0" y="0"/>
          <a:ext cx="0" cy="0"/>
          <a:chOff x="0" y="0"/>
          <a:chExt cx="0" cy="0"/>
        </a:xfrm>
      </p:grpSpPr>
      <p:pic>
        <p:nvPicPr>
          <p:cNvPr id="60" name="Google Shape;60;p13"/>
          <p:cNvPicPr preferRelativeResize="0"/>
          <p:nvPr/>
        </p:nvPicPr>
        <p:blipFill>
          <a:blip r:embed="rId2">
            <a:alphaModFix/>
          </a:blip>
          <a:stretch>
            <a:fillRect/>
          </a:stretch>
        </p:blipFill>
        <p:spPr>
          <a:xfrm>
            <a:off x="-52275" y="-70075"/>
            <a:ext cx="9354474" cy="5275875"/>
          </a:xfrm>
          <a:prstGeom prst="rect">
            <a:avLst/>
          </a:prstGeom>
          <a:noFill/>
          <a:ln>
            <a:noFill/>
          </a:ln>
        </p:spPr>
      </p:pic>
      <p:sp>
        <p:nvSpPr>
          <p:cNvPr id="61" name="Google Shape;61;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sp>
        <p:nvSpPr>
          <p:cNvPr id="62" name="Google Shape;62;p13"/>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63" name="Google Shape;63;p13"/>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64" name="Google Shape;64;p13"/>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 personalizzato 2">
  <p:cSld name="CUSTOM_1">
    <p:spTree>
      <p:nvGrpSpPr>
        <p:cNvPr id="1" name="Shape 65"/>
        <p:cNvGrpSpPr/>
        <p:nvPr/>
      </p:nvGrpSpPr>
      <p:grpSpPr>
        <a:xfrm>
          <a:off x="0" y="0"/>
          <a:ext cx="0" cy="0"/>
          <a:chOff x="0" y="0"/>
          <a:chExt cx="0" cy="0"/>
        </a:xfrm>
      </p:grpSpPr>
      <p:cxnSp>
        <p:nvCxnSpPr>
          <p:cNvPr id="66" name="Google Shape;66;p14"/>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67" name="Google Shape;67;p14"/>
          <p:cNvSpPr/>
          <p:nvPr/>
        </p:nvSpPr>
        <p:spPr>
          <a:xfrm>
            <a:off x="-25" y="50"/>
            <a:ext cx="9144000" cy="5143500"/>
          </a:xfrm>
          <a:prstGeom prst="rect">
            <a:avLst/>
          </a:prstGeom>
          <a:solidFill>
            <a:srgbClr val="8F446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4"/>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69" name="Google Shape;69;p14"/>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olo della sezione e descrizione 1 1 1 1 1">
  <p:cSld name="SECTION_TITLE_AND_DESCRIPTION_1_1_1_1_1">
    <p:spTree>
      <p:nvGrpSpPr>
        <p:cNvPr id="1" name="Shape 70"/>
        <p:cNvGrpSpPr/>
        <p:nvPr/>
      </p:nvGrpSpPr>
      <p:grpSpPr>
        <a:xfrm>
          <a:off x="0" y="0"/>
          <a:ext cx="0" cy="0"/>
          <a:chOff x="0" y="0"/>
          <a:chExt cx="0" cy="0"/>
        </a:xfrm>
      </p:grpSpPr>
      <p:pic>
        <p:nvPicPr>
          <p:cNvPr id="71" name="Google Shape;71;p15"/>
          <p:cNvPicPr preferRelativeResize="0"/>
          <p:nvPr/>
        </p:nvPicPr>
        <p:blipFill>
          <a:blip r:embed="rId2">
            <a:alphaModFix/>
          </a:blip>
          <a:stretch>
            <a:fillRect/>
          </a:stretch>
        </p:blipFill>
        <p:spPr>
          <a:xfrm>
            <a:off x="-70075" y="-87875"/>
            <a:ext cx="9370249" cy="5284775"/>
          </a:xfrm>
          <a:prstGeom prst="rect">
            <a:avLst/>
          </a:prstGeom>
          <a:noFill/>
          <a:ln>
            <a:noFill/>
          </a:ln>
        </p:spPr>
      </p:pic>
      <p:sp>
        <p:nvSpPr>
          <p:cNvPr id="72" name="Google Shape;72;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sp>
        <p:nvSpPr>
          <p:cNvPr id="73" name="Google Shape;73;p15"/>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74" name="Google Shape;74;p15"/>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75" name="Google Shape;75;p15"/>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Layout personalizzato 3">
  <p:cSld name="CUSTOM_2">
    <p:spTree>
      <p:nvGrpSpPr>
        <p:cNvPr id="1" name="Shape 76"/>
        <p:cNvGrpSpPr/>
        <p:nvPr/>
      </p:nvGrpSpPr>
      <p:grpSpPr>
        <a:xfrm>
          <a:off x="0" y="0"/>
          <a:ext cx="0" cy="0"/>
          <a:chOff x="0" y="0"/>
          <a:chExt cx="0" cy="0"/>
        </a:xfrm>
      </p:grpSpPr>
      <p:cxnSp>
        <p:nvCxnSpPr>
          <p:cNvPr id="77" name="Google Shape;77;p16"/>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78" name="Google Shape;78;p16"/>
          <p:cNvSpPr/>
          <p:nvPr/>
        </p:nvSpPr>
        <p:spPr>
          <a:xfrm>
            <a:off x="-25" y="50"/>
            <a:ext cx="9144000" cy="5143500"/>
          </a:xfrm>
          <a:prstGeom prst="rect">
            <a:avLst/>
          </a:prstGeom>
          <a:solidFill>
            <a:srgbClr val="322E4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16"/>
          <p:cNvSpPr txBox="1">
            <a:spLocks noGrp="1"/>
          </p:cNvSpPr>
          <p:nvPr>
            <p:ph type="body" idx="1"/>
          </p:nvPr>
        </p:nvSpPr>
        <p:spPr>
          <a:xfrm>
            <a:off x="461300" y="724075"/>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
        <p:nvSpPr>
          <p:cNvPr id="80" name="Google Shape;80;p16"/>
          <p:cNvSpPr txBox="1">
            <a:spLocks noGrp="1"/>
          </p:cNvSpPr>
          <p:nvPr>
            <p:ph type="body" idx="2"/>
          </p:nvPr>
        </p:nvSpPr>
        <p:spPr>
          <a:xfrm>
            <a:off x="461250" y="2869400"/>
            <a:ext cx="8221500" cy="1698600"/>
          </a:xfrm>
          <a:prstGeom prst="rect">
            <a:avLst/>
          </a:prstGeom>
        </p:spPr>
        <p:txBody>
          <a:bodyPr spcFirstLastPara="1" wrap="square" lIns="91425" tIns="91425" rIns="91425" bIns="91425" anchor="ctr" anchorCtr="0">
            <a:noAutofit/>
          </a:bodyPr>
          <a:lstStyle>
            <a:lvl1pPr marL="457200" lvl="0" indent="-342900" rtl="0">
              <a:spcBef>
                <a:spcPts val="0"/>
              </a:spcBef>
              <a:spcAft>
                <a:spcPts val="0"/>
              </a:spcAft>
              <a:buClr>
                <a:schemeClr val="lt1"/>
              </a:buClr>
              <a:buSzPts val="1800"/>
              <a:buFont typeface="Lekton"/>
              <a:buChar char="●"/>
              <a:defRPr b="1">
                <a:solidFill>
                  <a:schemeClr val="lt1"/>
                </a:solidFill>
                <a:latin typeface="Lekton"/>
                <a:ea typeface="Lekton"/>
                <a:cs typeface="Lekton"/>
                <a:sym typeface="Lekton"/>
              </a:defRPr>
            </a:lvl1pPr>
            <a:lvl2pPr marL="914400" lvl="1"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2pPr>
            <a:lvl3pPr marL="1371600" lvl="2"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3pPr>
            <a:lvl4pPr marL="1828800" lvl="3"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4pPr>
            <a:lvl5pPr marL="2286000" lvl="4"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5pPr>
            <a:lvl6pPr marL="2743200" lvl="5"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6pPr>
            <a:lvl7pPr marL="3200400" lvl="6"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7pPr>
            <a:lvl8pPr marL="3657600" lvl="7" indent="-317500" rtl="0">
              <a:spcBef>
                <a:spcPts val="1600"/>
              </a:spcBef>
              <a:spcAft>
                <a:spcPts val="0"/>
              </a:spcAft>
              <a:buClr>
                <a:schemeClr val="lt1"/>
              </a:buClr>
              <a:buSzPts val="1400"/>
              <a:buFont typeface="Lekton"/>
              <a:buChar char="○"/>
              <a:defRPr b="1">
                <a:solidFill>
                  <a:schemeClr val="lt1"/>
                </a:solidFill>
                <a:latin typeface="Lekton"/>
                <a:ea typeface="Lekton"/>
                <a:cs typeface="Lekton"/>
                <a:sym typeface="Lekton"/>
              </a:defRPr>
            </a:lvl8pPr>
            <a:lvl9pPr marL="4114800" lvl="8" indent="-317500" rtl="0">
              <a:spcBef>
                <a:spcPts val="1600"/>
              </a:spcBef>
              <a:spcAft>
                <a:spcPts val="1600"/>
              </a:spcAft>
              <a:buClr>
                <a:schemeClr val="lt1"/>
              </a:buClr>
              <a:buSzPts val="1400"/>
              <a:buFont typeface="Lekton"/>
              <a:buChar char="■"/>
              <a:defRPr b="1">
                <a:solidFill>
                  <a:schemeClr val="lt1"/>
                </a:solidFill>
                <a:latin typeface="Lekton"/>
                <a:ea typeface="Lekton"/>
                <a:cs typeface="Lekton"/>
                <a:sym typeface="Lekton"/>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olo della sezione e descrizione 1 1 1 1 1 1">
  <p:cSld name="SECTION_TITLE_AND_DESCRIPTION_1_1_1_1_1_1">
    <p:spTree>
      <p:nvGrpSpPr>
        <p:cNvPr id="1" name="Shape 81"/>
        <p:cNvGrpSpPr/>
        <p:nvPr/>
      </p:nvGrpSpPr>
      <p:grpSpPr>
        <a:xfrm>
          <a:off x="0" y="0"/>
          <a:ext cx="0" cy="0"/>
          <a:chOff x="0" y="0"/>
          <a:chExt cx="0" cy="0"/>
        </a:xfrm>
      </p:grpSpPr>
      <p:pic>
        <p:nvPicPr>
          <p:cNvPr id="82" name="Google Shape;82;p17"/>
          <p:cNvPicPr preferRelativeResize="0"/>
          <p:nvPr/>
        </p:nvPicPr>
        <p:blipFill>
          <a:blip r:embed="rId2">
            <a:alphaModFix/>
          </a:blip>
          <a:stretch>
            <a:fillRect/>
          </a:stretch>
        </p:blipFill>
        <p:spPr>
          <a:xfrm>
            <a:off x="-52275" y="-78950"/>
            <a:ext cx="9417551" cy="5311450"/>
          </a:xfrm>
          <a:prstGeom prst="rect">
            <a:avLst/>
          </a:prstGeom>
          <a:noFill/>
          <a:ln>
            <a:noFill/>
          </a:ln>
        </p:spPr>
      </p:pic>
      <p:sp>
        <p:nvSpPr>
          <p:cNvPr id="83" name="Google Shape;83;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it"/>
              <a:t>‹N›</a:t>
            </a:fld>
            <a:endParaRPr/>
          </a:p>
        </p:txBody>
      </p:sp>
      <p:sp>
        <p:nvSpPr>
          <p:cNvPr id="84" name="Google Shape;84;p17"/>
          <p:cNvSpPr txBox="1">
            <a:spLocks noGrp="1"/>
          </p:cNvSpPr>
          <p:nvPr>
            <p:ph type="subTitle" idx="1"/>
          </p:nvPr>
        </p:nvSpPr>
        <p:spPr>
          <a:xfrm>
            <a:off x="292190" y="1258275"/>
            <a:ext cx="3016800" cy="515700"/>
          </a:xfrm>
          <a:prstGeom prst="rect">
            <a:avLst/>
          </a:prstGeom>
        </p:spPr>
        <p:txBody>
          <a:bodyPr spcFirstLastPara="1" wrap="square" lIns="91425" tIns="91425" rIns="91425" bIns="91425" anchor="t" anchorCtr="0">
            <a:noAutofit/>
          </a:bodyPr>
          <a:lstStyle>
            <a:lvl1pPr lvl="0" rtl="0">
              <a:spcBef>
                <a:spcPts val="0"/>
              </a:spcBef>
              <a:spcAft>
                <a:spcPts val="0"/>
              </a:spcAft>
              <a:buNone/>
              <a:defRPr b="1">
                <a:solidFill>
                  <a:srgbClr val="FFFFFF"/>
                </a:solidFill>
                <a:latin typeface="Titillium Web"/>
                <a:ea typeface="Titillium Web"/>
                <a:cs typeface="Titillium Web"/>
                <a:sym typeface="Titillium Web"/>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cxnSp>
        <p:nvCxnSpPr>
          <p:cNvPr id="85" name="Google Shape;85;p17"/>
          <p:cNvCxnSpPr/>
          <p:nvPr/>
        </p:nvCxnSpPr>
        <p:spPr>
          <a:xfrm>
            <a:off x="390775" y="1062900"/>
            <a:ext cx="429900" cy="0"/>
          </a:xfrm>
          <a:prstGeom prst="straightConnector1">
            <a:avLst/>
          </a:prstGeom>
          <a:noFill/>
          <a:ln w="38100" cap="flat" cmpd="sng">
            <a:solidFill>
              <a:srgbClr val="FFFFFF"/>
            </a:solidFill>
            <a:prstDash val="solid"/>
            <a:round/>
            <a:headEnd type="none" w="med" len="med"/>
            <a:tailEnd type="none" w="med" len="med"/>
          </a:ln>
        </p:spPr>
      </p:cxnSp>
      <p:sp>
        <p:nvSpPr>
          <p:cNvPr id="86" name="Google Shape;86;p17"/>
          <p:cNvSpPr txBox="1">
            <a:spLocks noGrp="1"/>
          </p:cNvSpPr>
          <p:nvPr>
            <p:ph type="body" idx="2"/>
          </p:nvPr>
        </p:nvSpPr>
        <p:spPr>
          <a:xfrm>
            <a:off x="292200" y="2336800"/>
            <a:ext cx="3357600" cy="2164800"/>
          </a:xfrm>
          <a:prstGeom prst="rect">
            <a:avLst/>
          </a:prstGeom>
        </p:spPr>
        <p:txBody>
          <a:bodyPr spcFirstLastPara="1" wrap="square" lIns="91425" tIns="91425" rIns="91425" bIns="91425" anchor="t" anchorCtr="0">
            <a:noAutofit/>
          </a:bodyPr>
          <a:lstStyle>
            <a:lvl1pPr marL="457200" lvl="0" indent="-342900" rtl="0">
              <a:spcBef>
                <a:spcPts val="0"/>
              </a:spcBef>
              <a:spcAft>
                <a:spcPts val="0"/>
              </a:spcAft>
              <a:buClr>
                <a:srgbClr val="FFFFFF"/>
              </a:buClr>
              <a:buSzPts val="1800"/>
              <a:buFont typeface="Lekton"/>
              <a:buChar char="●"/>
              <a:defRPr b="1">
                <a:solidFill>
                  <a:srgbClr val="FFFFFF"/>
                </a:solidFill>
                <a:latin typeface="Lekton"/>
                <a:ea typeface="Lekton"/>
                <a:cs typeface="Lekton"/>
                <a:sym typeface="Lekton"/>
              </a:defRPr>
            </a:lvl1pPr>
            <a:lvl2pPr marL="914400" lvl="1"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2pPr>
            <a:lvl3pPr marL="1371600" lvl="2"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3pPr>
            <a:lvl4pPr marL="1828800" lvl="3"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4pPr>
            <a:lvl5pPr marL="2286000" lvl="4"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5pPr>
            <a:lvl6pPr marL="2743200" lvl="5"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6pPr>
            <a:lvl7pPr marL="3200400" lvl="6"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7pPr>
            <a:lvl8pPr marL="3657600" lvl="7" indent="-317500" rtl="0">
              <a:spcBef>
                <a:spcPts val="1600"/>
              </a:spcBef>
              <a:spcAft>
                <a:spcPts val="0"/>
              </a:spcAft>
              <a:buClr>
                <a:srgbClr val="FFFFFF"/>
              </a:buClr>
              <a:buSzPts val="1400"/>
              <a:buFont typeface="Lekton"/>
              <a:buChar char="○"/>
              <a:defRPr b="1">
                <a:solidFill>
                  <a:srgbClr val="FFFFFF"/>
                </a:solidFill>
                <a:latin typeface="Lekton"/>
                <a:ea typeface="Lekton"/>
                <a:cs typeface="Lekton"/>
                <a:sym typeface="Lekton"/>
              </a:defRPr>
            </a:lvl8pPr>
            <a:lvl9pPr marL="4114800" lvl="8" indent="-317500" rtl="0">
              <a:spcBef>
                <a:spcPts val="1600"/>
              </a:spcBef>
              <a:spcAft>
                <a:spcPts val="1600"/>
              </a:spcAft>
              <a:buClr>
                <a:srgbClr val="FFFFFF"/>
              </a:buClr>
              <a:buSzPts val="1400"/>
              <a:buFont typeface="Lekton"/>
              <a:buChar char="■"/>
              <a:defRPr b="1">
                <a:solidFill>
                  <a:srgbClr val="FFFFFF"/>
                </a:solidFill>
                <a:latin typeface="Lekton"/>
                <a:ea typeface="Lekton"/>
                <a:cs typeface="Lekton"/>
                <a:sym typeface="Lekton"/>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7"/>
        <p:cNvGrpSpPr/>
        <p:nvPr/>
      </p:nvGrpSpPr>
      <p:grpSpPr>
        <a:xfrm>
          <a:off x="0" y="0"/>
          <a:ext cx="0" cy="0"/>
          <a:chOff x="0" y="0"/>
          <a:chExt cx="0" cy="0"/>
        </a:xfrm>
      </p:grpSpPr>
      <p:sp>
        <p:nvSpPr>
          <p:cNvPr id="88" name="Google Shape;88;p18"/>
          <p:cNvSpPr txBox="1">
            <a:spLocks noGrp="1"/>
          </p:cNvSpPr>
          <p:nvPr>
            <p:ph type="body" idx="1"/>
          </p:nvPr>
        </p:nvSpPr>
        <p:spPr>
          <a:xfrm>
            <a:off x="311700" y="4230575"/>
            <a:ext cx="65814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Font typeface="Lekton"/>
              <a:buNone/>
              <a:defRPr b="1">
                <a:latin typeface="Lekton"/>
                <a:ea typeface="Lekton"/>
                <a:cs typeface="Lekton"/>
                <a:sym typeface="Lekton"/>
              </a:defRPr>
            </a:lvl1pPr>
          </a:lstStyle>
          <a:p>
            <a:endParaRPr/>
          </a:p>
        </p:txBody>
      </p:sp>
      <p:sp>
        <p:nvSpPr>
          <p:cNvPr id="89" name="Google Shape;89;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0"/>
        <p:cNvGrpSpPr/>
        <p:nvPr/>
      </p:nvGrpSpPr>
      <p:grpSpPr>
        <a:xfrm>
          <a:off x="0" y="0"/>
          <a:ext cx="0" cy="0"/>
          <a:chOff x="0" y="0"/>
          <a:chExt cx="0" cy="0"/>
        </a:xfrm>
      </p:grpSpPr>
      <p:sp>
        <p:nvSpPr>
          <p:cNvPr id="91" name="Google Shape;91;p19"/>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D66B55"/>
              </a:buClr>
              <a:buSzPts val="20000"/>
              <a:buFont typeface="Lekton"/>
              <a:buNone/>
              <a:defRPr sz="20000" b="1">
                <a:solidFill>
                  <a:srgbClr val="D66B55"/>
                </a:solidFill>
                <a:latin typeface="Lekton"/>
                <a:ea typeface="Lekton"/>
                <a:cs typeface="Lekton"/>
                <a:sym typeface="Lekton"/>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2" name="Google Shape;92;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
        <p:nvSpPr>
          <p:cNvPr id="93" name="Google Shape;93;p19"/>
          <p:cNvSpPr txBox="1">
            <a:spLocks noGrp="1"/>
          </p:cNvSpPr>
          <p:nvPr>
            <p:ph type="subTitle" idx="1"/>
          </p:nvPr>
        </p:nvSpPr>
        <p:spPr>
          <a:xfrm>
            <a:off x="2430575" y="2993300"/>
            <a:ext cx="4204800" cy="393600"/>
          </a:xfrm>
          <a:prstGeom prst="rect">
            <a:avLst/>
          </a:prstGeom>
        </p:spPr>
        <p:txBody>
          <a:bodyPr spcFirstLastPara="1" wrap="square" lIns="91425" tIns="91425" rIns="91425" bIns="91425" anchor="t" anchorCtr="0">
            <a:noAutofit/>
          </a:bodyPr>
          <a:lstStyle>
            <a:lvl1pPr lvl="0">
              <a:spcBef>
                <a:spcPts val="0"/>
              </a:spcBef>
              <a:spcAft>
                <a:spcPts val="0"/>
              </a:spcAft>
              <a:buNone/>
              <a:defRPr b="1">
                <a:latin typeface="Titillium Web"/>
                <a:ea typeface="Titillium Web"/>
                <a:cs typeface="Titillium Web"/>
                <a:sym typeface="Titillium Web"/>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
        <p:nvSpPr>
          <p:cNvPr id="94" name="Google Shape;94;p19"/>
          <p:cNvSpPr txBox="1">
            <a:spLocks noGrp="1"/>
          </p:cNvSpPr>
          <p:nvPr>
            <p:ph type="body" idx="2"/>
          </p:nvPr>
        </p:nvSpPr>
        <p:spPr>
          <a:xfrm>
            <a:off x="2430575" y="3477850"/>
            <a:ext cx="4204800" cy="11853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Font typeface="Lekton"/>
              <a:buChar char="●"/>
              <a:defRPr b="1">
                <a:latin typeface="Lekton"/>
                <a:ea typeface="Lekton"/>
                <a:cs typeface="Lekton"/>
                <a:sym typeface="Lekton"/>
              </a:defRPr>
            </a:lvl1pPr>
            <a:lvl2pPr marL="914400" lvl="1" indent="-317500">
              <a:spcBef>
                <a:spcPts val="1600"/>
              </a:spcBef>
              <a:spcAft>
                <a:spcPts val="0"/>
              </a:spcAft>
              <a:buSzPts val="1400"/>
              <a:buFont typeface="Lekton"/>
              <a:buChar char="○"/>
              <a:defRPr b="1">
                <a:latin typeface="Lekton"/>
                <a:ea typeface="Lekton"/>
                <a:cs typeface="Lekton"/>
                <a:sym typeface="Lekton"/>
              </a:defRPr>
            </a:lvl2pPr>
            <a:lvl3pPr marL="1371600" lvl="2" indent="-317500">
              <a:spcBef>
                <a:spcPts val="1600"/>
              </a:spcBef>
              <a:spcAft>
                <a:spcPts val="0"/>
              </a:spcAft>
              <a:buSzPts val="1400"/>
              <a:buFont typeface="Lekton"/>
              <a:buChar char="■"/>
              <a:defRPr b="1">
                <a:latin typeface="Lekton"/>
                <a:ea typeface="Lekton"/>
                <a:cs typeface="Lekton"/>
                <a:sym typeface="Lekton"/>
              </a:defRPr>
            </a:lvl3pPr>
            <a:lvl4pPr marL="1828800" lvl="3" indent="-317500">
              <a:spcBef>
                <a:spcPts val="1600"/>
              </a:spcBef>
              <a:spcAft>
                <a:spcPts val="0"/>
              </a:spcAft>
              <a:buSzPts val="1400"/>
              <a:buFont typeface="Lekton"/>
              <a:buChar char="●"/>
              <a:defRPr b="1">
                <a:latin typeface="Lekton"/>
                <a:ea typeface="Lekton"/>
                <a:cs typeface="Lekton"/>
                <a:sym typeface="Lekton"/>
              </a:defRPr>
            </a:lvl4pPr>
            <a:lvl5pPr marL="2286000" lvl="4" indent="-317500">
              <a:spcBef>
                <a:spcPts val="1600"/>
              </a:spcBef>
              <a:spcAft>
                <a:spcPts val="0"/>
              </a:spcAft>
              <a:buSzPts val="1400"/>
              <a:buFont typeface="Lekton"/>
              <a:buChar char="○"/>
              <a:defRPr b="1">
                <a:latin typeface="Lekton"/>
                <a:ea typeface="Lekton"/>
                <a:cs typeface="Lekton"/>
                <a:sym typeface="Lekton"/>
              </a:defRPr>
            </a:lvl5pPr>
            <a:lvl6pPr marL="2743200" lvl="5" indent="-317500">
              <a:spcBef>
                <a:spcPts val="1600"/>
              </a:spcBef>
              <a:spcAft>
                <a:spcPts val="0"/>
              </a:spcAft>
              <a:buSzPts val="1400"/>
              <a:buFont typeface="Lekton"/>
              <a:buChar char="■"/>
              <a:defRPr b="1">
                <a:latin typeface="Lekton"/>
                <a:ea typeface="Lekton"/>
                <a:cs typeface="Lekton"/>
                <a:sym typeface="Lekton"/>
              </a:defRPr>
            </a:lvl6pPr>
            <a:lvl7pPr marL="3200400" lvl="6" indent="-317500">
              <a:spcBef>
                <a:spcPts val="1600"/>
              </a:spcBef>
              <a:spcAft>
                <a:spcPts val="0"/>
              </a:spcAft>
              <a:buSzPts val="1400"/>
              <a:buFont typeface="Lekton"/>
              <a:buChar char="●"/>
              <a:defRPr b="1">
                <a:latin typeface="Lekton"/>
                <a:ea typeface="Lekton"/>
                <a:cs typeface="Lekton"/>
                <a:sym typeface="Lekton"/>
              </a:defRPr>
            </a:lvl7pPr>
            <a:lvl8pPr marL="3657600" lvl="7" indent="-317500">
              <a:spcBef>
                <a:spcPts val="1600"/>
              </a:spcBef>
              <a:spcAft>
                <a:spcPts val="0"/>
              </a:spcAft>
              <a:buSzPts val="1400"/>
              <a:buFont typeface="Lekton"/>
              <a:buChar char="○"/>
              <a:defRPr b="1">
                <a:latin typeface="Lekton"/>
                <a:ea typeface="Lekton"/>
                <a:cs typeface="Lekton"/>
                <a:sym typeface="Lekton"/>
              </a:defRPr>
            </a:lvl8pPr>
            <a:lvl9pPr marL="4114800" lvl="8" indent="-317500">
              <a:spcBef>
                <a:spcPts val="1600"/>
              </a:spcBef>
              <a:spcAft>
                <a:spcPts val="1600"/>
              </a:spcAft>
              <a:buSzPts val="1400"/>
              <a:buFont typeface="Lekton"/>
              <a:buChar char="■"/>
              <a:defRPr b="1">
                <a:latin typeface="Lekton"/>
                <a:ea typeface="Lekton"/>
                <a:cs typeface="Lekton"/>
                <a:sym typeface="Lekton"/>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hyperlink" Target="https://ec.europa.eu/eurostat/cache/metadata/en/sdg_13_10_esmsip2.htm"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4">
          <a:extLst>
            <a:ext uri="{FF2B5EF4-FFF2-40B4-BE49-F238E27FC236}">
              <a16:creationId xmlns:a16="http://schemas.microsoft.com/office/drawing/2014/main" id="{47D9DE1D-117B-C4BE-F019-DECD3837BFC1}"/>
            </a:ext>
          </a:extLst>
        </p:cNvPr>
        <p:cNvGrpSpPr/>
        <p:nvPr/>
      </p:nvGrpSpPr>
      <p:grpSpPr>
        <a:xfrm>
          <a:off x="0" y="0"/>
          <a:ext cx="0" cy="0"/>
          <a:chOff x="0" y="0"/>
          <a:chExt cx="0" cy="0"/>
        </a:xfrm>
      </p:grpSpPr>
      <p:pic>
        <p:nvPicPr>
          <p:cNvPr id="2" name="Immagine 1">
            <a:extLst>
              <a:ext uri="{FF2B5EF4-FFF2-40B4-BE49-F238E27FC236}">
                <a16:creationId xmlns:a16="http://schemas.microsoft.com/office/drawing/2014/main" id="{0C6E58B4-05B7-5D6B-5653-09361CE55B58}"/>
              </a:ext>
            </a:extLst>
          </p:cNvPr>
          <p:cNvPicPr>
            <a:picLocks noChangeAspect="1"/>
          </p:cNvPicPr>
          <p:nvPr/>
        </p:nvPicPr>
        <p:blipFill>
          <a:blip r:embed="rId3"/>
          <a:srcRect l="13409" t="2357" r="10515"/>
          <a:stretch>
            <a:fillRect/>
          </a:stretch>
        </p:blipFill>
        <p:spPr>
          <a:xfrm>
            <a:off x="-8538" y="8361"/>
            <a:ext cx="4567635" cy="5134500"/>
          </a:xfrm>
          <a:prstGeom prst="rect">
            <a:avLst/>
          </a:prstGeom>
          <a:ln>
            <a:noFill/>
          </a:ln>
        </p:spPr>
      </p:pic>
      <p:sp>
        <p:nvSpPr>
          <p:cNvPr id="115" name="Google Shape;115;p23">
            <a:extLst>
              <a:ext uri="{FF2B5EF4-FFF2-40B4-BE49-F238E27FC236}">
                <a16:creationId xmlns:a16="http://schemas.microsoft.com/office/drawing/2014/main" id="{3B457745-D698-6498-BDB1-8DFA5701D4C8}"/>
              </a:ext>
            </a:extLst>
          </p:cNvPr>
          <p:cNvSpPr txBox="1"/>
          <p:nvPr/>
        </p:nvSpPr>
        <p:spPr>
          <a:xfrm>
            <a:off x="1277000" y="700450"/>
            <a:ext cx="2128500" cy="145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p23">
            <a:extLst>
              <a:ext uri="{FF2B5EF4-FFF2-40B4-BE49-F238E27FC236}">
                <a16:creationId xmlns:a16="http://schemas.microsoft.com/office/drawing/2014/main" id="{FC77A37C-600E-10DB-3185-1779E0F143FF}"/>
              </a:ext>
            </a:extLst>
          </p:cNvPr>
          <p:cNvSpPr txBox="1">
            <a:spLocks noGrp="1"/>
          </p:cNvSpPr>
          <p:nvPr>
            <p:ph type="ctrTitle"/>
          </p:nvPr>
        </p:nvSpPr>
        <p:spPr>
          <a:xfrm>
            <a:off x="4576363" y="-9000"/>
            <a:ext cx="4576173" cy="885064"/>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it" sz="1600" dirty="0">
                <a:solidFill>
                  <a:schemeClr val="tx1"/>
                </a:solidFill>
                <a:latin typeface="Aptos" panose="020B0004020202020204" pitchFamily="34" charset="0"/>
                <a:ea typeface="Batang" panose="02030600000101010101" pitchFamily="18" charset="-127"/>
              </a:rPr>
              <a:t>Data Visualization Pitch</a:t>
            </a:r>
            <a:endParaRPr sz="1600" dirty="0">
              <a:solidFill>
                <a:schemeClr val="tx1"/>
              </a:solidFill>
              <a:latin typeface="Aptos" panose="020B0004020202020204" pitchFamily="34" charset="0"/>
              <a:ea typeface="Batang" panose="02030600000101010101" pitchFamily="18" charset="-127"/>
            </a:endParaRPr>
          </a:p>
          <a:p>
            <a:pPr marL="0" lvl="0" indent="0" algn="ctr" rtl="0">
              <a:lnSpc>
                <a:spcPct val="115000"/>
              </a:lnSpc>
              <a:spcBef>
                <a:spcPts val="0"/>
              </a:spcBef>
              <a:spcAft>
                <a:spcPts val="1600"/>
              </a:spcAft>
              <a:buNone/>
            </a:pPr>
            <a:r>
              <a:rPr lang="it" sz="1200" b="0" dirty="0">
                <a:solidFill>
                  <a:schemeClr val="tx1"/>
                </a:solidFill>
                <a:latin typeface="Aptos" panose="020B0004020202020204" pitchFamily="34" charset="0"/>
                <a:ea typeface="Batang" panose="02030600000101010101" pitchFamily="18" charset="-127"/>
                <a:cs typeface="Titillium Web"/>
                <a:sym typeface="Titillium Web"/>
              </a:rPr>
              <a:t>Student  Individual Assignment</a:t>
            </a:r>
            <a:endParaRPr sz="1600" b="0" dirty="0">
              <a:solidFill>
                <a:schemeClr val="tx1"/>
              </a:solidFill>
              <a:latin typeface="Aptos" panose="020B0004020202020204" pitchFamily="34" charset="0"/>
              <a:ea typeface="Batang" panose="02030600000101010101" pitchFamily="18" charset="-127"/>
            </a:endParaRPr>
          </a:p>
        </p:txBody>
      </p:sp>
      <p:sp>
        <p:nvSpPr>
          <p:cNvPr id="117" name="Google Shape;117;p23">
            <a:extLst>
              <a:ext uri="{FF2B5EF4-FFF2-40B4-BE49-F238E27FC236}">
                <a16:creationId xmlns:a16="http://schemas.microsoft.com/office/drawing/2014/main" id="{BE8CE701-D130-19B1-F145-6248BF51A425}"/>
              </a:ext>
            </a:extLst>
          </p:cNvPr>
          <p:cNvSpPr txBox="1"/>
          <p:nvPr/>
        </p:nvSpPr>
        <p:spPr>
          <a:xfrm>
            <a:off x="4576362" y="4199846"/>
            <a:ext cx="4567637" cy="934654"/>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it" sz="1200" dirty="0">
                <a:solidFill>
                  <a:schemeClr val="tx1"/>
                </a:solidFill>
                <a:latin typeface="Aptos" panose="020B0004020202020204" pitchFamily="34" charset="0"/>
                <a:ea typeface="Batang" panose="02030600000101010101" pitchFamily="18" charset="-127"/>
                <a:cs typeface="Titillium Web"/>
                <a:sym typeface="Titillium Web"/>
              </a:rPr>
              <a:t>Student name: </a:t>
            </a:r>
            <a:r>
              <a:rPr lang="it" sz="1200" b="1" dirty="0">
                <a:solidFill>
                  <a:schemeClr val="tx1"/>
                </a:solidFill>
                <a:latin typeface="Aptos" panose="020B0004020202020204" pitchFamily="34" charset="0"/>
                <a:ea typeface="Batang" panose="02030600000101010101" pitchFamily="18" charset="-127"/>
                <a:cs typeface="Titillium Web"/>
                <a:sym typeface="Titillium Web"/>
              </a:rPr>
              <a:t>Chiara Mezzanzanica</a:t>
            </a:r>
            <a:endParaRPr sz="1200" b="1" dirty="0">
              <a:solidFill>
                <a:schemeClr val="tx1"/>
              </a:solidFill>
              <a:latin typeface="Aptos" panose="020B0004020202020204" pitchFamily="34" charset="0"/>
              <a:ea typeface="Batang" panose="02030600000101010101" pitchFamily="18" charset="-127"/>
              <a:cs typeface="Titillium Web"/>
              <a:sym typeface="Titillium Web"/>
            </a:endParaRPr>
          </a:p>
          <a:p>
            <a:pPr marL="0" lvl="0" indent="0" algn="ctr" rtl="0">
              <a:spcBef>
                <a:spcPts val="0"/>
              </a:spcBef>
              <a:spcAft>
                <a:spcPts val="0"/>
              </a:spcAft>
              <a:buClr>
                <a:schemeClr val="dk1"/>
              </a:buClr>
              <a:buSzPts val="1100"/>
              <a:buFont typeface="Arial"/>
              <a:buNone/>
            </a:pPr>
            <a:r>
              <a:rPr lang="it" sz="1200" dirty="0">
                <a:solidFill>
                  <a:schemeClr val="tx1"/>
                </a:solidFill>
                <a:latin typeface="Aptos" panose="020B0004020202020204" pitchFamily="34" charset="0"/>
                <a:ea typeface="Batang" panose="02030600000101010101" pitchFamily="18" charset="-127"/>
                <a:cs typeface="Titillium Web"/>
                <a:sym typeface="Titillium Web"/>
              </a:rPr>
              <a:t>Student ID: </a:t>
            </a:r>
            <a:r>
              <a:rPr lang="it" sz="1200" b="1" dirty="0">
                <a:solidFill>
                  <a:schemeClr val="tx1"/>
                </a:solidFill>
                <a:latin typeface="Aptos" panose="020B0004020202020204" pitchFamily="34" charset="0"/>
                <a:ea typeface="Batang" panose="02030600000101010101" pitchFamily="18" charset="-127"/>
                <a:cs typeface="Titillium Web"/>
                <a:sym typeface="Titillium Web"/>
              </a:rPr>
              <a:t>895530</a:t>
            </a:r>
            <a:endParaRPr sz="1200" b="1" dirty="0">
              <a:solidFill>
                <a:schemeClr val="tx1"/>
              </a:solidFill>
              <a:latin typeface="Aptos" panose="020B0004020202020204" pitchFamily="34" charset="0"/>
              <a:ea typeface="Batang" panose="02030600000101010101" pitchFamily="18" charset="-127"/>
              <a:cs typeface="Titillium Web"/>
              <a:sym typeface="Titillium Web"/>
            </a:endParaRPr>
          </a:p>
          <a:p>
            <a:pPr marL="0" lvl="0" indent="0" algn="ctr" rtl="0">
              <a:spcBef>
                <a:spcPts val="0"/>
              </a:spcBef>
              <a:spcAft>
                <a:spcPts val="0"/>
              </a:spcAft>
              <a:buClr>
                <a:schemeClr val="dk1"/>
              </a:buClr>
              <a:buSzPts val="1100"/>
              <a:buFont typeface="Arial"/>
              <a:buNone/>
            </a:pPr>
            <a:r>
              <a:rPr lang="it" sz="1200" dirty="0">
                <a:solidFill>
                  <a:schemeClr val="tx1"/>
                </a:solidFill>
                <a:latin typeface="Aptos" panose="020B0004020202020204" pitchFamily="34" charset="0"/>
                <a:ea typeface="Batang" panose="02030600000101010101" pitchFamily="18" charset="-127"/>
                <a:cs typeface="Titillium Web"/>
                <a:sym typeface="Titillium Web"/>
              </a:rPr>
              <a:t>Student e-mail address: </a:t>
            </a:r>
          </a:p>
          <a:p>
            <a:pPr marL="0" lvl="0" indent="0" algn="ctr" rtl="0">
              <a:spcBef>
                <a:spcPts val="0"/>
              </a:spcBef>
              <a:spcAft>
                <a:spcPts val="0"/>
              </a:spcAft>
              <a:buClr>
                <a:schemeClr val="dk1"/>
              </a:buClr>
              <a:buSzPts val="1100"/>
              <a:buFont typeface="Arial"/>
              <a:buNone/>
            </a:pPr>
            <a:r>
              <a:rPr lang="it" sz="1200" b="1" dirty="0">
                <a:solidFill>
                  <a:schemeClr val="tx1"/>
                </a:solidFill>
                <a:latin typeface="Aptos" panose="020B0004020202020204" pitchFamily="34" charset="0"/>
                <a:ea typeface="Batang" panose="02030600000101010101" pitchFamily="18" charset="-127"/>
                <a:cs typeface="Titillium Web"/>
                <a:sym typeface="Titillium Web"/>
              </a:rPr>
              <a:t>c.mezzanzanica2@campus.unimib.it</a:t>
            </a:r>
            <a:endParaRPr sz="1200" b="1" dirty="0">
              <a:solidFill>
                <a:schemeClr val="tx1"/>
              </a:solidFill>
              <a:latin typeface="Aptos" panose="020B0004020202020204" pitchFamily="34" charset="0"/>
              <a:ea typeface="Batang" panose="02030600000101010101" pitchFamily="18" charset="-127"/>
              <a:cs typeface="Titillium Web"/>
              <a:sym typeface="Titillium Web"/>
            </a:endParaRPr>
          </a:p>
        </p:txBody>
      </p:sp>
      <p:cxnSp>
        <p:nvCxnSpPr>
          <p:cNvPr id="118" name="Google Shape;118;p23">
            <a:extLst>
              <a:ext uri="{FF2B5EF4-FFF2-40B4-BE49-F238E27FC236}">
                <a16:creationId xmlns:a16="http://schemas.microsoft.com/office/drawing/2014/main" id="{AB7C2752-8EAB-B4A6-DF51-D366B3CEFD09}"/>
              </a:ext>
            </a:extLst>
          </p:cNvPr>
          <p:cNvCxnSpPr/>
          <p:nvPr/>
        </p:nvCxnSpPr>
        <p:spPr>
          <a:xfrm>
            <a:off x="4572000" y="0"/>
            <a:ext cx="0" cy="5134500"/>
          </a:xfrm>
          <a:prstGeom prst="straightConnector1">
            <a:avLst/>
          </a:prstGeom>
          <a:noFill/>
          <a:ln w="9525" cap="flat" cmpd="sng">
            <a:solidFill>
              <a:schemeClr val="bg1">
                <a:lumMod val="85000"/>
              </a:schemeClr>
            </a:solidFill>
            <a:prstDash val="solid"/>
            <a:round/>
            <a:headEnd type="none" w="med" len="med"/>
            <a:tailEnd type="none" w="med" len="med"/>
          </a:ln>
        </p:spPr>
      </p:cxnSp>
      <p:sp>
        <p:nvSpPr>
          <p:cNvPr id="119" name="Google Shape;119;p23">
            <a:extLst>
              <a:ext uri="{FF2B5EF4-FFF2-40B4-BE49-F238E27FC236}">
                <a16:creationId xmlns:a16="http://schemas.microsoft.com/office/drawing/2014/main" id="{FB57413C-92A9-EC21-FB47-A676F1C0F10F}"/>
              </a:ext>
            </a:extLst>
          </p:cNvPr>
          <p:cNvSpPr txBox="1"/>
          <p:nvPr/>
        </p:nvSpPr>
        <p:spPr>
          <a:xfrm>
            <a:off x="4576364" y="1398750"/>
            <a:ext cx="4567636" cy="2441400"/>
          </a:xfrm>
          <a:prstGeom prst="rect">
            <a:avLst/>
          </a:prstGeom>
          <a:noFill/>
          <a:ln>
            <a:noFill/>
          </a:ln>
        </p:spPr>
        <p:txBody>
          <a:bodyPr spcFirstLastPara="1" wrap="square" lIns="91425" tIns="91425" rIns="91425" bIns="91425" anchor="b" anchorCtr="0">
            <a:noAutofit/>
          </a:bodyPr>
          <a:lstStyle/>
          <a:p>
            <a:pPr lvl="0" algn="ctr"/>
            <a:r>
              <a:rPr lang="it-IT" sz="4200" b="1" dirty="0" err="1">
                <a:latin typeface="Aptos Black" panose="020B0004020202020204" pitchFamily="34" charset="0"/>
                <a:ea typeface="Batang" panose="02030600000101010101" pitchFamily="18" charset="-127"/>
                <a:cs typeface="Kigelia Arabic" panose="020F0502020204030204" pitchFamily="34" charset="0"/>
                <a:sym typeface="Lekton"/>
              </a:rPr>
              <a:t>European</a:t>
            </a:r>
            <a:r>
              <a:rPr lang="it-IT" sz="4200" b="1" dirty="0">
                <a:latin typeface="Aptos Black" panose="020B0004020202020204" pitchFamily="34" charset="0"/>
                <a:ea typeface="Batang" panose="02030600000101010101" pitchFamily="18" charset="-127"/>
                <a:cs typeface="Kigelia Arabic" panose="020F0502020204030204" pitchFamily="34" charset="0"/>
                <a:sym typeface="Lekton"/>
              </a:rPr>
              <a:t> </a:t>
            </a:r>
            <a:r>
              <a:rPr lang="it-IT" sz="4200" b="1" dirty="0" err="1">
                <a:latin typeface="Aptos Black" panose="020B0004020202020204" pitchFamily="34" charset="0"/>
                <a:ea typeface="Batang" panose="02030600000101010101" pitchFamily="18" charset="-127"/>
                <a:cs typeface="Kigelia Arabic" panose="020F0502020204030204" pitchFamily="34" charset="0"/>
                <a:sym typeface="Lekton"/>
              </a:rPr>
              <a:t>Emission</a:t>
            </a:r>
            <a:r>
              <a:rPr lang="it-IT" sz="4200" b="1" dirty="0">
                <a:latin typeface="Aptos Black" panose="020B0004020202020204" pitchFamily="34" charset="0"/>
                <a:ea typeface="Batang" panose="02030600000101010101" pitchFamily="18" charset="-127"/>
                <a:cs typeface="Kigelia Arabic" panose="020F0502020204030204" pitchFamily="34" charset="0"/>
                <a:sym typeface="Lekton"/>
              </a:rPr>
              <a:t> Trend</a:t>
            </a:r>
          </a:p>
          <a:p>
            <a:pPr lvl="0" algn="ctr"/>
            <a:r>
              <a:rPr lang="it-IT" sz="4200" b="1" dirty="0">
                <a:solidFill>
                  <a:srgbClr val="000000"/>
                </a:solidFill>
                <a:latin typeface="Aptos Black" panose="020B0004020202020204" pitchFamily="34" charset="0"/>
                <a:ea typeface="Batang" panose="02030600000101010101" pitchFamily="18" charset="-127"/>
                <a:cs typeface="Kigelia Arabic" panose="020F0502020204030204" pitchFamily="34" charset="0"/>
                <a:sym typeface="Lekton"/>
              </a:rPr>
              <a:t>1990-2023</a:t>
            </a:r>
            <a:endParaRPr sz="4200" b="1" dirty="0">
              <a:solidFill>
                <a:srgbClr val="000000"/>
              </a:solidFill>
              <a:latin typeface="Aptos Black" panose="020B0004020202020204" pitchFamily="34" charset="0"/>
              <a:ea typeface="Batang" panose="02030600000101010101" pitchFamily="18" charset="-127"/>
              <a:cs typeface="Kigelia Arabic" panose="020F0502020204030204" pitchFamily="34" charset="0"/>
              <a:sym typeface="Lekton"/>
            </a:endParaRPr>
          </a:p>
        </p:txBody>
      </p:sp>
      <p:sp>
        <p:nvSpPr>
          <p:cNvPr id="11" name="Rettangolo 10">
            <a:extLst>
              <a:ext uri="{FF2B5EF4-FFF2-40B4-BE49-F238E27FC236}">
                <a16:creationId xmlns:a16="http://schemas.microsoft.com/office/drawing/2014/main" id="{4E2265A5-975E-7D29-8267-A86FA6D65487}"/>
              </a:ext>
            </a:extLst>
          </p:cNvPr>
          <p:cNvSpPr/>
          <p:nvPr/>
        </p:nvSpPr>
        <p:spPr>
          <a:xfrm>
            <a:off x="163166" y="126221"/>
            <a:ext cx="1069847" cy="651271"/>
          </a:xfrm>
          <a:prstGeom prst="rect">
            <a:avLst/>
          </a:prstGeom>
          <a:solidFill>
            <a:schemeClr val="bg1"/>
          </a:solidFill>
          <a:ln w="3175">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2">
            <a:extLst>
              <a:ext uri="{FF2B5EF4-FFF2-40B4-BE49-F238E27FC236}">
                <a16:creationId xmlns:a16="http://schemas.microsoft.com/office/drawing/2014/main" id="{70D3B74A-CF64-07C7-D97E-33D64CAB7B7E}"/>
              </a:ext>
            </a:extLst>
          </p:cNvPr>
          <p:cNvSpPr/>
          <p:nvPr/>
        </p:nvSpPr>
        <p:spPr>
          <a:xfrm>
            <a:off x="244822" y="195695"/>
            <a:ext cx="45719" cy="45719"/>
          </a:xfrm>
          <a:prstGeom prst="rect">
            <a:avLst/>
          </a:prstGeom>
          <a:solidFill>
            <a:srgbClr val="B4D6EB"/>
          </a:solidFill>
          <a:ln>
            <a:solidFill>
              <a:srgbClr val="B4D6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4" name="Rettangolo 3">
            <a:extLst>
              <a:ext uri="{FF2B5EF4-FFF2-40B4-BE49-F238E27FC236}">
                <a16:creationId xmlns:a16="http://schemas.microsoft.com/office/drawing/2014/main" id="{8FEA53AB-3FD1-0FA9-272A-5219A9CCA70B}"/>
              </a:ext>
            </a:extLst>
          </p:cNvPr>
          <p:cNvSpPr/>
          <p:nvPr/>
        </p:nvSpPr>
        <p:spPr>
          <a:xfrm>
            <a:off x="244821" y="348094"/>
            <a:ext cx="45719" cy="45719"/>
          </a:xfrm>
          <a:prstGeom prst="rect">
            <a:avLst/>
          </a:prstGeom>
          <a:solidFill>
            <a:srgbClr val="CB7E9A"/>
          </a:solidFill>
          <a:ln>
            <a:solidFill>
              <a:srgbClr val="CB7E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5" name="Rettangolo 4">
            <a:extLst>
              <a:ext uri="{FF2B5EF4-FFF2-40B4-BE49-F238E27FC236}">
                <a16:creationId xmlns:a16="http://schemas.microsoft.com/office/drawing/2014/main" id="{0EE41AF9-A86F-89DA-7375-4BE33BA23767}"/>
              </a:ext>
            </a:extLst>
          </p:cNvPr>
          <p:cNvSpPr/>
          <p:nvPr/>
        </p:nvSpPr>
        <p:spPr>
          <a:xfrm>
            <a:off x="244820" y="500493"/>
            <a:ext cx="45719" cy="45719"/>
          </a:xfrm>
          <a:prstGeom prst="rect">
            <a:avLst/>
          </a:prstGeom>
          <a:solidFill>
            <a:srgbClr val="B2DEA6"/>
          </a:solidFill>
          <a:ln>
            <a:solidFill>
              <a:srgbClr val="B2DEA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6" name="Rettangolo 5">
            <a:extLst>
              <a:ext uri="{FF2B5EF4-FFF2-40B4-BE49-F238E27FC236}">
                <a16:creationId xmlns:a16="http://schemas.microsoft.com/office/drawing/2014/main" id="{469C7122-2BEE-581B-3CF4-668B0B330F91}"/>
              </a:ext>
            </a:extLst>
          </p:cNvPr>
          <p:cNvSpPr/>
          <p:nvPr/>
        </p:nvSpPr>
        <p:spPr>
          <a:xfrm>
            <a:off x="244819" y="652892"/>
            <a:ext cx="45719" cy="45719"/>
          </a:xfrm>
          <a:prstGeom prst="rect">
            <a:avLst/>
          </a:prstGeom>
          <a:solidFill>
            <a:srgbClr val="ECCF67"/>
          </a:solidFill>
          <a:ln>
            <a:solidFill>
              <a:srgbClr val="ECCF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7" name="CasellaDiTesto 6">
            <a:extLst>
              <a:ext uri="{FF2B5EF4-FFF2-40B4-BE49-F238E27FC236}">
                <a16:creationId xmlns:a16="http://schemas.microsoft.com/office/drawing/2014/main" id="{C280D72B-0867-1862-2DCB-A63D38FE9206}"/>
              </a:ext>
            </a:extLst>
          </p:cNvPr>
          <p:cNvSpPr txBox="1"/>
          <p:nvPr/>
        </p:nvSpPr>
        <p:spPr>
          <a:xfrm>
            <a:off x="263104" y="415631"/>
            <a:ext cx="891715" cy="215444"/>
          </a:xfrm>
          <a:prstGeom prst="rect">
            <a:avLst/>
          </a:prstGeom>
          <a:noFill/>
        </p:spPr>
        <p:txBody>
          <a:bodyPr wrap="square" rtlCol="0">
            <a:spAutoFit/>
          </a:bodyPr>
          <a:lstStyle/>
          <a:p>
            <a:r>
              <a:rPr lang="it-IT" sz="600" dirty="0">
                <a:latin typeface="Aptos" panose="020B0004020202020204" pitchFamily="34" charset="0"/>
              </a:rPr>
              <a:t>Steady </a:t>
            </a:r>
            <a:r>
              <a:rPr lang="en-US" sz="600" dirty="0">
                <a:solidFill>
                  <a:schemeClr val="tx1"/>
                </a:solidFill>
                <a:latin typeface="Aptos" panose="020B0004020202020204" pitchFamily="34" charset="0"/>
              </a:rPr>
              <a:t>decline</a:t>
            </a:r>
            <a:r>
              <a:rPr lang="en-US" sz="800" b="1" dirty="0">
                <a:solidFill>
                  <a:srgbClr val="7BC666"/>
                </a:solidFill>
                <a:latin typeface="Aptos" panose="020B0004020202020204" pitchFamily="34" charset="0"/>
              </a:rPr>
              <a:t> </a:t>
            </a:r>
            <a:r>
              <a:rPr lang="it-IT" sz="600" dirty="0">
                <a:latin typeface="Aptos" panose="020B0004020202020204" pitchFamily="34" charset="0"/>
              </a:rPr>
              <a:t>trend</a:t>
            </a:r>
          </a:p>
        </p:txBody>
      </p:sp>
      <p:sp>
        <p:nvSpPr>
          <p:cNvPr id="8" name="CasellaDiTesto 7">
            <a:extLst>
              <a:ext uri="{FF2B5EF4-FFF2-40B4-BE49-F238E27FC236}">
                <a16:creationId xmlns:a16="http://schemas.microsoft.com/office/drawing/2014/main" id="{DE97CE55-75A1-181F-8ACF-A4748E00A7AB}"/>
              </a:ext>
            </a:extLst>
          </p:cNvPr>
          <p:cNvSpPr txBox="1"/>
          <p:nvPr/>
        </p:nvSpPr>
        <p:spPr>
          <a:xfrm>
            <a:off x="258741" y="583419"/>
            <a:ext cx="820326" cy="184666"/>
          </a:xfrm>
          <a:prstGeom prst="rect">
            <a:avLst/>
          </a:prstGeom>
          <a:noFill/>
        </p:spPr>
        <p:txBody>
          <a:bodyPr wrap="square" rtlCol="0">
            <a:spAutoFit/>
          </a:bodyPr>
          <a:lstStyle/>
          <a:p>
            <a:r>
              <a:rPr lang="it-IT" sz="600" dirty="0" err="1">
                <a:latin typeface="Aptos" panose="020B0004020202020204" pitchFamily="34" charset="0"/>
              </a:rPr>
              <a:t>Outlier</a:t>
            </a:r>
            <a:endParaRPr lang="it-IT" sz="600" dirty="0">
              <a:latin typeface="Aptos" panose="020B0004020202020204" pitchFamily="34" charset="0"/>
            </a:endParaRPr>
          </a:p>
        </p:txBody>
      </p:sp>
      <p:sp>
        <p:nvSpPr>
          <p:cNvPr id="9" name="CasellaDiTesto 8">
            <a:extLst>
              <a:ext uri="{FF2B5EF4-FFF2-40B4-BE49-F238E27FC236}">
                <a16:creationId xmlns:a16="http://schemas.microsoft.com/office/drawing/2014/main" id="{050B2D05-E9FF-E2B3-ED21-4BD75A754D85}"/>
              </a:ext>
            </a:extLst>
          </p:cNvPr>
          <p:cNvSpPr txBox="1"/>
          <p:nvPr/>
        </p:nvSpPr>
        <p:spPr>
          <a:xfrm>
            <a:off x="261448" y="280222"/>
            <a:ext cx="1069848" cy="184666"/>
          </a:xfrm>
          <a:prstGeom prst="rect">
            <a:avLst/>
          </a:prstGeom>
          <a:noFill/>
        </p:spPr>
        <p:txBody>
          <a:bodyPr wrap="square" rtlCol="0">
            <a:spAutoFit/>
          </a:bodyPr>
          <a:lstStyle/>
          <a:p>
            <a:r>
              <a:rPr lang="en-US" sz="600" dirty="0">
                <a:solidFill>
                  <a:schemeClr val="tx1"/>
                </a:solidFill>
                <a:latin typeface="Aptos" panose="020B0004020202020204" pitchFamily="34" charset="0"/>
              </a:rPr>
              <a:t>Volatile trend</a:t>
            </a:r>
            <a:endParaRPr lang="it-IT" sz="600" dirty="0">
              <a:solidFill>
                <a:schemeClr val="tx1"/>
              </a:solidFill>
            </a:endParaRPr>
          </a:p>
        </p:txBody>
      </p:sp>
      <p:sp>
        <p:nvSpPr>
          <p:cNvPr id="10" name="CasellaDiTesto 9">
            <a:extLst>
              <a:ext uri="{FF2B5EF4-FFF2-40B4-BE49-F238E27FC236}">
                <a16:creationId xmlns:a16="http://schemas.microsoft.com/office/drawing/2014/main" id="{9B89D0BD-9D13-9A89-7704-577FE82A6751}"/>
              </a:ext>
            </a:extLst>
          </p:cNvPr>
          <p:cNvSpPr txBox="1"/>
          <p:nvPr/>
        </p:nvSpPr>
        <p:spPr>
          <a:xfrm>
            <a:off x="261448" y="126221"/>
            <a:ext cx="1011189" cy="184666"/>
          </a:xfrm>
          <a:prstGeom prst="rect">
            <a:avLst/>
          </a:prstGeom>
          <a:noFill/>
        </p:spPr>
        <p:txBody>
          <a:bodyPr wrap="square" rtlCol="0">
            <a:spAutoFit/>
          </a:bodyPr>
          <a:lstStyle/>
          <a:p>
            <a:r>
              <a:rPr lang="en-US" sz="600" dirty="0">
                <a:solidFill>
                  <a:schemeClr val="tx1"/>
                </a:solidFill>
                <a:latin typeface="Aptos" panose="020B0004020202020204" pitchFamily="34" charset="0"/>
              </a:rPr>
              <a:t>Gradual reduction</a:t>
            </a:r>
            <a:r>
              <a:rPr lang="it-IT" sz="600" dirty="0">
                <a:solidFill>
                  <a:schemeClr val="tx1"/>
                </a:solidFill>
                <a:latin typeface="Aptos" panose="020B0004020202020204" pitchFamily="34" charset="0"/>
              </a:rPr>
              <a:t> </a:t>
            </a:r>
            <a:r>
              <a:rPr lang="it-IT" sz="600" dirty="0">
                <a:latin typeface="Aptos" panose="020B0004020202020204" pitchFamily="34" charset="0"/>
              </a:rPr>
              <a:t>trend</a:t>
            </a:r>
          </a:p>
        </p:txBody>
      </p:sp>
      <p:sp>
        <p:nvSpPr>
          <p:cNvPr id="12" name="Ovale 11">
            <a:extLst>
              <a:ext uri="{FF2B5EF4-FFF2-40B4-BE49-F238E27FC236}">
                <a16:creationId xmlns:a16="http://schemas.microsoft.com/office/drawing/2014/main" id="{C9E2F296-FE39-1D5F-2D9E-B7EECBB63694}"/>
              </a:ext>
            </a:extLst>
          </p:cNvPr>
          <p:cNvSpPr/>
          <p:nvPr/>
        </p:nvSpPr>
        <p:spPr>
          <a:xfrm>
            <a:off x="2313949" y="2978237"/>
            <a:ext cx="222097" cy="223442"/>
          </a:xfrm>
          <a:prstGeom prst="ellipse">
            <a:avLst/>
          </a:prstGeom>
          <a:noFill/>
          <a:ln w="6350">
            <a:solidFill>
              <a:srgbClr val="1A1A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13" name="Connettore diritto 12">
            <a:extLst>
              <a:ext uri="{FF2B5EF4-FFF2-40B4-BE49-F238E27FC236}">
                <a16:creationId xmlns:a16="http://schemas.microsoft.com/office/drawing/2014/main" id="{D62D72CC-FE90-5236-3706-54B63F11F227}"/>
              </a:ext>
            </a:extLst>
          </p:cNvPr>
          <p:cNvCxnSpPr>
            <a:cxnSpLocks/>
            <a:stCxn id="15" idx="0"/>
            <a:endCxn id="12" idx="0"/>
          </p:cNvCxnSpPr>
          <p:nvPr/>
        </p:nvCxnSpPr>
        <p:spPr>
          <a:xfrm>
            <a:off x="782351" y="2826310"/>
            <a:ext cx="1642647" cy="151927"/>
          </a:xfrm>
          <a:prstGeom prst="line">
            <a:avLst/>
          </a:prstGeom>
          <a:ln w="6350">
            <a:solidFill>
              <a:srgbClr val="1A1A20"/>
            </a:solidFill>
            <a:prstDash val="sysDash"/>
          </a:ln>
        </p:spPr>
        <p:style>
          <a:lnRef idx="1">
            <a:schemeClr val="accent1"/>
          </a:lnRef>
          <a:fillRef idx="0">
            <a:schemeClr val="accent1"/>
          </a:fillRef>
          <a:effectRef idx="0">
            <a:schemeClr val="accent1"/>
          </a:effectRef>
          <a:fontRef idx="minor">
            <a:schemeClr val="tx1"/>
          </a:fontRef>
        </p:style>
      </p:cxnSp>
      <p:cxnSp>
        <p:nvCxnSpPr>
          <p:cNvPr id="14" name="Connettore diritto 13">
            <a:extLst>
              <a:ext uri="{FF2B5EF4-FFF2-40B4-BE49-F238E27FC236}">
                <a16:creationId xmlns:a16="http://schemas.microsoft.com/office/drawing/2014/main" id="{2ECD67EE-88F5-49CF-386F-C8BB50ECF7C2}"/>
              </a:ext>
            </a:extLst>
          </p:cNvPr>
          <p:cNvCxnSpPr>
            <a:cxnSpLocks/>
            <a:stCxn id="15" idx="2"/>
            <a:endCxn id="12" idx="4"/>
          </p:cNvCxnSpPr>
          <p:nvPr/>
        </p:nvCxnSpPr>
        <p:spPr>
          <a:xfrm flipV="1">
            <a:off x="782351" y="3201679"/>
            <a:ext cx="1642647" cy="171847"/>
          </a:xfrm>
          <a:prstGeom prst="line">
            <a:avLst/>
          </a:prstGeom>
          <a:ln w="6350">
            <a:solidFill>
              <a:srgbClr val="1A1A20"/>
            </a:solidFill>
            <a:prstDash val="sysDash"/>
          </a:ln>
        </p:spPr>
        <p:style>
          <a:lnRef idx="1">
            <a:schemeClr val="accent1"/>
          </a:lnRef>
          <a:fillRef idx="0">
            <a:schemeClr val="accent1"/>
          </a:fillRef>
          <a:effectRef idx="0">
            <a:schemeClr val="accent1"/>
          </a:effectRef>
          <a:fontRef idx="minor">
            <a:schemeClr val="tx1"/>
          </a:fontRef>
        </p:style>
      </p:cxnSp>
      <p:pic>
        <p:nvPicPr>
          <p:cNvPr id="15" name="Immagine 14">
            <a:extLst>
              <a:ext uri="{FF2B5EF4-FFF2-40B4-BE49-F238E27FC236}">
                <a16:creationId xmlns:a16="http://schemas.microsoft.com/office/drawing/2014/main" id="{60643933-621F-C24E-CB9C-1DC13A4C50C5}"/>
              </a:ext>
            </a:extLst>
          </p:cNvPr>
          <p:cNvPicPr>
            <a:picLocks noChangeAspect="1"/>
          </p:cNvPicPr>
          <p:nvPr/>
        </p:nvPicPr>
        <p:blipFill>
          <a:blip r:embed="rId3"/>
          <a:srcRect l="51939" t="59228" r="43945" b="36168"/>
          <a:stretch>
            <a:fillRect/>
          </a:stretch>
        </p:blipFill>
        <p:spPr>
          <a:xfrm>
            <a:off x="503042" y="2826310"/>
            <a:ext cx="558617" cy="547216"/>
          </a:xfrm>
          <a:custGeom>
            <a:avLst/>
            <a:gdLst>
              <a:gd name="connsiteX0" fmla="*/ 123773 w 247546"/>
              <a:gd name="connsiteY0" fmla="*/ 0 h 242494"/>
              <a:gd name="connsiteX1" fmla="*/ 247546 w 247546"/>
              <a:gd name="connsiteY1" fmla="*/ 121247 h 242494"/>
              <a:gd name="connsiteX2" fmla="*/ 123773 w 247546"/>
              <a:gd name="connsiteY2" fmla="*/ 242494 h 242494"/>
              <a:gd name="connsiteX3" fmla="*/ 0 w 247546"/>
              <a:gd name="connsiteY3" fmla="*/ 121247 h 242494"/>
              <a:gd name="connsiteX4" fmla="*/ 123773 w 247546"/>
              <a:gd name="connsiteY4" fmla="*/ 0 h 242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546" h="242494">
                <a:moveTo>
                  <a:pt x="123773" y="0"/>
                </a:moveTo>
                <a:cubicBezTo>
                  <a:pt x="192131" y="0"/>
                  <a:pt x="247546" y="54284"/>
                  <a:pt x="247546" y="121247"/>
                </a:cubicBezTo>
                <a:cubicBezTo>
                  <a:pt x="247546" y="188210"/>
                  <a:pt x="192131" y="242494"/>
                  <a:pt x="123773" y="242494"/>
                </a:cubicBezTo>
                <a:cubicBezTo>
                  <a:pt x="55415" y="242494"/>
                  <a:pt x="0" y="188210"/>
                  <a:pt x="0" y="121247"/>
                </a:cubicBezTo>
                <a:cubicBezTo>
                  <a:pt x="0" y="54284"/>
                  <a:pt x="55415" y="0"/>
                  <a:pt x="123773" y="0"/>
                </a:cubicBezTo>
                <a:close/>
              </a:path>
            </a:pathLst>
          </a:custGeom>
          <a:ln>
            <a:solidFill>
              <a:srgbClr val="1A1A20"/>
            </a:solidFill>
          </a:ln>
        </p:spPr>
      </p:pic>
    </p:spTree>
    <p:extLst>
      <p:ext uri="{BB962C8B-B14F-4D97-AF65-F5344CB8AC3E}">
        <p14:creationId xmlns:p14="http://schemas.microsoft.com/office/powerpoint/2010/main" val="1407798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CBF148B-15AA-2A7B-7367-ACFBEDD91560}"/>
            </a:ext>
          </a:extLst>
        </p:cNvPr>
        <p:cNvGrpSpPr/>
        <p:nvPr/>
      </p:nvGrpSpPr>
      <p:grpSpPr>
        <a:xfrm>
          <a:off x="0" y="0"/>
          <a:ext cx="0" cy="0"/>
          <a:chOff x="0" y="0"/>
          <a:chExt cx="0" cy="0"/>
        </a:xfrm>
      </p:grpSpPr>
      <p:sp>
        <p:nvSpPr>
          <p:cNvPr id="9" name="Rettangolo 8">
            <a:extLst>
              <a:ext uri="{FF2B5EF4-FFF2-40B4-BE49-F238E27FC236}">
                <a16:creationId xmlns:a16="http://schemas.microsoft.com/office/drawing/2014/main" id="{AA960880-D73B-A36B-A043-ABF47B9D1749}"/>
              </a:ext>
            </a:extLst>
          </p:cNvPr>
          <p:cNvSpPr/>
          <p:nvPr/>
        </p:nvSpPr>
        <p:spPr>
          <a:xfrm>
            <a:off x="336490" y="1024722"/>
            <a:ext cx="4043412" cy="3505477"/>
          </a:xfrm>
          <a:prstGeom prst="rect">
            <a:avLst/>
          </a:prstGeom>
          <a:solidFill>
            <a:srgbClr val="EEEEEE"/>
          </a:solidFill>
          <a:ln>
            <a:solidFill>
              <a:srgbClr val="EEEE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9" name="Rettangolo 18">
            <a:extLst>
              <a:ext uri="{FF2B5EF4-FFF2-40B4-BE49-F238E27FC236}">
                <a16:creationId xmlns:a16="http://schemas.microsoft.com/office/drawing/2014/main" id="{9AC30EF7-3697-D68F-1F77-103555823FAC}"/>
              </a:ext>
            </a:extLst>
          </p:cNvPr>
          <p:cNvSpPr/>
          <p:nvPr/>
        </p:nvSpPr>
        <p:spPr>
          <a:xfrm>
            <a:off x="4764093" y="1024721"/>
            <a:ext cx="4043412" cy="3505478"/>
          </a:xfrm>
          <a:prstGeom prst="rect">
            <a:avLst/>
          </a:prstGeom>
          <a:solidFill>
            <a:srgbClr val="EEEEEE"/>
          </a:solidFill>
          <a:ln>
            <a:solidFill>
              <a:srgbClr val="EEEEE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CasellaDiTesto 6">
            <a:extLst>
              <a:ext uri="{FF2B5EF4-FFF2-40B4-BE49-F238E27FC236}">
                <a16:creationId xmlns:a16="http://schemas.microsoft.com/office/drawing/2014/main" id="{3BD959F2-E821-912D-4458-506B2570C5C0}"/>
              </a:ext>
            </a:extLst>
          </p:cNvPr>
          <p:cNvSpPr txBox="1"/>
          <p:nvPr/>
        </p:nvSpPr>
        <p:spPr>
          <a:xfrm>
            <a:off x="661691" y="2017752"/>
            <a:ext cx="3390887" cy="2123658"/>
          </a:xfrm>
          <a:prstGeom prst="rect">
            <a:avLst/>
          </a:prstGeom>
          <a:noFill/>
        </p:spPr>
        <p:txBody>
          <a:bodyPr wrap="square" rtlCol="0">
            <a:spAutoFit/>
          </a:bodyPr>
          <a:lstStyle/>
          <a:p>
            <a:pPr lvl="0" eaLnBrk="0" fontAlgn="base" hangingPunct="0">
              <a:spcBef>
                <a:spcPct val="0"/>
              </a:spcBef>
              <a:spcAft>
                <a:spcPct val="0"/>
              </a:spcAft>
              <a:buClrTx/>
            </a:pPr>
            <a:endParaRPr lang="it-IT" altLang="it-IT" sz="1100" dirty="0">
              <a:solidFill>
                <a:schemeClr val="tx1"/>
              </a:solidFill>
              <a:latin typeface="Aptos" panose="020B0004020202020204" pitchFamily="34" charset="0"/>
            </a:endParaRPr>
          </a:p>
          <a:p>
            <a:pPr lvl="0" eaLnBrk="0" fontAlgn="base" hangingPunct="0">
              <a:spcBef>
                <a:spcPct val="0"/>
              </a:spcBef>
              <a:spcAft>
                <a:spcPct val="0"/>
              </a:spcAft>
              <a:buClrTx/>
            </a:pPr>
            <a:endParaRPr lang="it-IT" altLang="it-IT" sz="1100" dirty="0">
              <a:solidFill>
                <a:schemeClr val="tx1"/>
              </a:solidFill>
              <a:latin typeface="Aptos" panose="020B0004020202020204" pitchFamily="34" charset="0"/>
            </a:endParaRPr>
          </a:p>
          <a:p>
            <a:pPr lvl="0" eaLnBrk="0" fontAlgn="base" hangingPunct="0">
              <a:spcBef>
                <a:spcPct val="0"/>
              </a:spcBef>
              <a:spcAft>
                <a:spcPct val="0"/>
              </a:spcAft>
              <a:buClrTx/>
            </a:pPr>
            <a:endParaRPr lang="it-IT" altLang="it-IT" sz="1100" dirty="0">
              <a:solidFill>
                <a:schemeClr val="tx1"/>
              </a:solidFill>
              <a:latin typeface="Aptos" panose="020B0004020202020204" pitchFamily="34" charset="0"/>
            </a:endParaRPr>
          </a:p>
          <a:p>
            <a:pPr lvl="0" eaLnBrk="0" fontAlgn="base" hangingPunct="0">
              <a:spcBef>
                <a:spcPct val="0"/>
              </a:spcBef>
              <a:spcAft>
                <a:spcPct val="0"/>
              </a:spcAft>
              <a:buClrTx/>
            </a:pPr>
            <a:r>
              <a:rPr lang="it-IT" altLang="it-IT" sz="1100" dirty="0" err="1">
                <a:solidFill>
                  <a:schemeClr val="tx1"/>
                </a:solidFill>
                <a:latin typeface="Aptos" panose="020B0004020202020204" pitchFamily="34" charset="0"/>
              </a:rPr>
              <a:t>Is</a:t>
            </a:r>
            <a:r>
              <a:rPr lang="it-IT" altLang="it-IT" sz="1100" dirty="0">
                <a:solidFill>
                  <a:schemeClr val="tx1"/>
                </a:solidFill>
                <a:latin typeface="Aptos" panose="020B0004020202020204" pitchFamily="34" charset="0"/>
              </a:rPr>
              <a:t> Europe on track to </a:t>
            </a:r>
            <a:r>
              <a:rPr lang="it-IT" altLang="it-IT" sz="1100" dirty="0" err="1">
                <a:solidFill>
                  <a:schemeClr val="tx1"/>
                </a:solidFill>
                <a:latin typeface="Aptos" panose="020B0004020202020204" pitchFamily="34" charset="0"/>
              </a:rPr>
              <a:t>meet</a:t>
            </a:r>
            <a:r>
              <a:rPr lang="it-IT" altLang="it-IT" sz="1100" dirty="0">
                <a:solidFill>
                  <a:schemeClr val="tx1"/>
                </a:solidFill>
                <a:latin typeface="Aptos" panose="020B0004020202020204" pitchFamily="34" charset="0"/>
              </a:rPr>
              <a:t> the 2030 target of </a:t>
            </a:r>
            <a:r>
              <a:rPr lang="it-IT" altLang="it-IT" sz="1100" dirty="0" err="1">
                <a:solidFill>
                  <a:schemeClr val="tx1"/>
                </a:solidFill>
                <a:latin typeface="Aptos" panose="020B0004020202020204" pitchFamily="34" charset="0"/>
              </a:rPr>
              <a:t>reducing</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total</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greenhouse</a:t>
            </a:r>
            <a:r>
              <a:rPr lang="it-IT" altLang="it-IT" sz="1100" dirty="0">
                <a:solidFill>
                  <a:schemeClr val="tx1"/>
                </a:solidFill>
                <a:latin typeface="Aptos" panose="020B0004020202020204" pitchFamily="34" charset="0"/>
              </a:rPr>
              <a:t> gas </a:t>
            </a:r>
            <a:r>
              <a:rPr lang="it-IT" altLang="it-IT" sz="1100" dirty="0" err="1">
                <a:solidFill>
                  <a:schemeClr val="tx1"/>
                </a:solidFill>
                <a:latin typeface="Aptos" panose="020B0004020202020204" pitchFamily="34" charset="0"/>
              </a:rPr>
              <a:t>emissions</a:t>
            </a:r>
            <a:r>
              <a:rPr lang="it-IT" altLang="it-IT" sz="1100" dirty="0">
                <a:solidFill>
                  <a:schemeClr val="tx1"/>
                </a:solidFill>
                <a:latin typeface="Aptos" panose="020B0004020202020204" pitchFamily="34" charset="0"/>
              </a:rPr>
              <a:t> by 55% </a:t>
            </a:r>
            <a:r>
              <a:rPr lang="it-IT" altLang="it-IT" sz="1100" dirty="0" err="1">
                <a:solidFill>
                  <a:schemeClr val="tx1"/>
                </a:solidFill>
                <a:latin typeface="Aptos" panose="020B0004020202020204" pitchFamily="34" charset="0"/>
              </a:rPr>
              <a:t>compared</a:t>
            </a:r>
            <a:r>
              <a:rPr lang="it-IT" altLang="it-IT" sz="1100" dirty="0">
                <a:solidFill>
                  <a:schemeClr val="tx1"/>
                </a:solidFill>
                <a:latin typeface="Aptos" panose="020B0004020202020204" pitchFamily="34" charset="0"/>
              </a:rPr>
              <a:t> to 1990 </a:t>
            </a:r>
            <a:r>
              <a:rPr lang="it-IT" altLang="it-IT" sz="1100" dirty="0" err="1">
                <a:solidFill>
                  <a:schemeClr val="tx1"/>
                </a:solidFill>
                <a:latin typeface="Aptos" panose="020B0004020202020204" pitchFamily="34" charset="0"/>
              </a:rPr>
              <a:t>levels</a:t>
            </a:r>
            <a:r>
              <a:rPr lang="it-IT" altLang="it-IT" sz="1100" dirty="0">
                <a:solidFill>
                  <a:schemeClr val="tx1"/>
                </a:solidFill>
                <a:latin typeface="Aptos" panose="020B0004020202020204" pitchFamily="34" charset="0"/>
              </a:rPr>
              <a:t>?</a:t>
            </a:r>
          </a:p>
          <a:p>
            <a:pPr lvl="0" eaLnBrk="0" fontAlgn="base" hangingPunct="0">
              <a:spcBef>
                <a:spcPct val="0"/>
              </a:spcBef>
              <a:spcAft>
                <a:spcPct val="0"/>
              </a:spcAft>
              <a:buClrTx/>
            </a:pPr>
            <a:r>
              <a:rPr lang="it-IT" altLang="it-IT" sz="1100" dirty="0">
                <a:solidFill>
                  <a:schemeClr val="tx1"/>
                </a:solidFill>
                <a:latin typeface="Aptos" panose="020B0004020202020204" pitchFamily="34" charset="0"/>
              </a:rPr>
              <a:t>	</a:t>
            </a:r>
          </a:p>
          <a:p>
            <a:pPr lvl="0" eaLnBrk="0" fontAlgn="base" hangingPunct="0">
              <a:spcBef>
                <a:spcPct val="0"/>
              </a:spcBef>
              <a:spcAft>
                <a:spcPct val="0"/>
              </a:spcAft>
              <a:buClrTx/>
            </a:pPr>
            <a:r>
              <a:rPr lang="it-IT" altLang="it-IT" sz="1100" dirty="0">
                <a:solidFill>
                  <a:schemeClr val="tx1"/>
                </a:solidFill>
                <a:latin typeface="Aptos" panose="020B0004020202020204" pitchFamily="34" charset="0"/>
              </a:rPr>
              <a:t>          -    </a:t>
            </a:r>
            <a:r>
              <a:rPr lang="it-IT" altLang="it-IT" sz="1100" dirty="0" err="1">
                <a:solidFill>
                  <a:schemeClr val="tx1"/>
                </a:solidFill>
                <a:latin typeface="Aptos" panose="020B0004020202020204" pitchFamily="34" charset="0"/>
              </a:rPr>
              <a:t>Have</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any</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European</a:t>
            </a:r>
            <a:r>
              <a:rPr lang="it-IT" altLang="it-IT" sz="1100" dirty="0">
                <a:solidFill>
                  <a:schemeClr val="tx1"/>
                </a:solidFill>
                <a:latin typeface="Aptos" panose="020B0004020202020204" pitchFamily="34" charset="0"/>
              </a:rPr>
              <a:t> countries </a:t>
            </a:r>
            <a:r>
              <a:rPr lang="it-IT" altLang="it-IT" sz="1100" dirty="0" err="1">
                <a:solidFill>
                  <a:schemeClr val="tx1"/>
                </a:solidFill>
                <a:latin typeface="Aptos" panose="020B0004020202020204" pitchFamily="34" charset="0"/>
              </a:rPr>
              <a:t>already</a:t>
            </a:r>
            <a:endParaRPr lang="it-IT" altLang="it-IT" sz="1100" dirty="0">
              <a:solidFill>
                <a:schemeClr val="tx1"/>
              </a:solidFill>
              <a:latin typeface="Aptos" panose="020B0004020202020204" pitchFamily="34" charset="0"/>
            </a:endParaRPr>
          </a:p>
          <a:p>
            <a:pPr lvl="0" eaLnBrk="0" fontAlgn="base" hangingPunct="0">
              <a:spcBef>
                <a:spcPct val="0"/>
              </a:spcBef>
              <a:spcAft>
                <a:spcPct val="0"/>
              </a:spcAft>
              <a:buClrTx/>
            </a:pP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achieved</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this</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reduction</a:t>
            </a:r>
            <a:r>
              <a:rPr lang="it-IT" altLang="it-IT" sz="1100" dirty="0">
                <a:solidFill>
                  <a:schemeClr val="tx1"/>
                </a:solidFill>
                <a:latin typeface="Aptos" panose="020B0004020202020204" pitchFamily="34" charset="0"/>
              </a:rPr>
              <a:t> target?</a:t>
            </a:r>
          </a:p>
          <a:p>
            <a:pPr lvl="0" eaLnBrk="0" fontAlgn="base" hangingPunct="0">
              <a:spcBef>
                <a:spcPct val="0"/>
              </a:spcBef>
              <a:spcAft>
                <a:spcPct val="0"/>
              </a:spcAft>
              <a:buClrTx/>
            </a:pPr>
            <a:endParaRPr lang="it-IT" altLang="it-IT" sz="1100" dirty="0">
              <a:solidFill>
                <a:schemeClr val="tx1"/>
              </a:solidFill>
              <a:latin typeface="Aptos" panose="020B0004020202020204" pitchFamily="34" charset="0"/>
            </a:endParaRPr>
          </a:p>
          <a:p>
            <a:pPr lvl="0" eaLnBrk="0" fontAlgn="base" hangingPunct="0">
              <a:spcBef>
                <a:spcPct val="0"/>
              </a:spcBef>
              <a:spcAft>
                <a:spcPct val="0"/>
              </a:spcAft>
              <a:buClrTx/>
            </a:pPr>
            <a:r>
              <a:rPr lang="it-IT" altLang="it-IT" sz="1100" dirty="0">
                <a:solidFill>
                  <a:schemeClr val="tx1"/>
                </a:solidFill>
                <a:latin typeface="Aptos" panose="020B0004020202020204" pitchFamily="34" charset="0"/>
              </a:rPr>
              <a:t>          -    </a:t>
            </a:r>
            <a:r>
              <a:rPr lang="it-IT" altLang="it-IT" sz="1100" dirty="0" err="1">
                <a:solidFill>
                  <a:schemeClr val="tx1"/>
                </a:solidFill>
                <a:latin typeface="Aptos" panose="020B0004020202020204" pitchFamily="34" charset="0"/>
              </a:rPr>
              <a:t>Is</a:t>
            </a:r>
            <a:r>
              <a:rPr lang="it-IT" altLang="it-IT" sz="1100" dirty="0">
                <a:solidFill>
                  <a:schemeClr val="tx1"/>
                </a:solidFill>
                <a:latin typeface="Aptos" panose="020B0004020202020204" pitchFamily="34" charset="0"/>
              </a:rPr>
              <a:t> the trend </a:t>
            </a:r>
            <a:r>
              <a:rPr lang="it-IT" altLang="it-IT" sz="1100" dirty="0" err="1">
                <a:solidFill>
                  <a:schemeClr val="tx1"/>
                </a:solidFill>
                <a:latin typeface="Aptos" panose="020B0004020202020204" pitchFamily="34" charset="0"/>
              </a:rPr>
              <a:t>influenced</a:t>
            </a:r>
            <a:r>
              <a:rPr lang="it-IT" altLang="it-IT" sz="1100" dirty="0">
                <a:solidFill>
                  <a:schemeClr val="tx1"/>
                </a:solidFill>
                <a:latin typeface="Aptos" panose="020B0004020202020204" pitchFamily="34" charset="0"/>
              </a:rPr>
              <a:t> by </a:t>
            </a:r>
            <a:r>
              <a:rPr lang="en-US" sz="1100" dirty="0">
                <a:latin typeface="Aptos" panose="020B0004020202020204" pitchFamily="34" charset="0"/>
              </a:rPr>
              <a:t>geopolitical and           </a:t>
            </a:r>
          </a:p>
          <a:p>
            <a:pPr lvl="0" eaLnBrk="0" fontAlgn="base" hangingPunct="0">
              <a:spcBef>
                <a:spcPct val="0"/>
              </a:spcBef>
              <a:spcAft>
                <a:spcPct val="0"/>
              </a:spcAft>
              <a:buClrTx/>
            </a:pPr>
            <a:r>
              <a:rPr lang="en-US" sz="1100" dirty="0">
                <a:latin typeface="Aptos" panose="020B0004020202020204" pitchFamily="34" charset="0"/>
              </a:rPr>
              <a:t>                economic events?</a:t>
            </a:r>
            <a:endParaRPr lang="it-IT" altLang="it-IT" sz="1100" dirty="0">
              <a:solidFill>
                <a:schemeClr val="tx1"/>
              </a:solidFill>
              <a:latin typeface="Aptos" panose="020B0004020202020204" pitchFamily="34" charset="0"/>
            </a:endParaRPr>
          </a:p>
        </p:txBody>
      </p:sp>
      <p:sp>
        <p:nvSpPr>
          <p:cNvPr id="2" name="CasellaDiTesto 1">
            <a:extLst>
              <a:ext uri="{FF2B5EF4-FFF2-40B4-BE49-F238E27FC236}">
                <a16:creationId xmlns:a16="http://schemas.microsoft.com/office/drawing/2014/main" id="{8EB56148-B480-3770-8BF0-5FA3B915942B}"/>
              </a:ext>
            </a:extLst>
          </p:cNvPr>
          <p:cNvSpPr txBox="1"/>
          <p:nvPr/>
        </p:nvSpPr>
        <p:spPr>
          <a:xfrm>
            <a:off x="336490" y="307688"/>
            <a:ext cx="8471015" cy="400110"/>
          </a:xfrm>
          <a:prstGeom prst="rect">
            <a:avLst/>
          </a:prstGeom>
          <a:noFill/>
        </p:spPr>
        <p:txBody>
          <a:bodyPr wrap="square" rtlCol="0">
            <a:spAutoFit/>
          </a:bodyPr>
          <a:lstStyle/>
          <a:p>
            <a:pPr algn="ctr"/>
            <a:r>
              <a:rPr lang="it" sz="2000" b="1" dirty="0">
                <a:solidFill>
                  <a:schemeClr val="tx1"/>
                </a:solidFill>
                <a:latin typeface="Aptos Black" panose="020B0004020202020204" pitchFamily="34" charset="0"/>
                <a:ea typeface="Lekton"/>
                <a:cs typeface="Lekton"/>
                <a:sym typeface="Lekton"/>
              </a:rPr>
              <a:t>Research questions</a:t>
            </a:r>
            <a:endParaRPr lang="it-IT" sz="2000" b="1" dirty="0">
              <a:solidFill>
                <a:schemeClr val="tx1"/>
              </a:solidFill>
              <a:latin typeface="Aptos Black" panose="020B0004020202020204" pitchFamily="34" charset="0"/>
              <a:ea typeface="Lekton"/>
              <a:cs typeface="Lekton"/>
              <a:sym typeface="Lekton"/>
            </a:endParaRPr>
          </a:p>
        </p:txBody>
      </p:sp>
      <p:sp>
        <p:nvSpPr>
          <p:cNvPr id="8" name="CasellaDiTesto 7">
            <a:extLst>
              <a:ext uri="{FF2B5EF4-FFF2-40B4-BE49-F238E27FC236}">
                <a16:creationId xmlns:a16="http://schemas.microsoft.com/office/drawing/2014/main" id="{779FACE7-5B95-C6E3-816E-DC7FBBC16002}"/>
              </a:ext>
            </a:extLst>
          </p:cNvPr>
          <p:cNvSpPr txBox="1"/>
          <p:nvPr/>
        </p:nvSpPr>
        <p:spPr>
          <a:xfrm>
            <a:off x="5086012" y="2017752"/>
            <a:ext cx="3396290" cy="2292935"/>
          </a:xfrm>
          <a:prstGeom prst="rect">
            <a:avLst/>
          </a:prstGeom>
          <a:noFill/>
        </p:spPr>
        <p:txBody>
          <a:bodyPr wrap="square" rtlCol="0">
            <a:spAutoFit/>
          </a:bodyPr>
          <a:lstStyle/>
          <a:p>
            <a:pPr eaLnBrk="0" fontAlgn="base" hangingPunct="0">
              <a:spcBef>
                <a:spcPct val="0"/>
              </a:spcBef>
              <a:spcAft>
                <a:spcPct val="0"/>
              </a:spcAft>
              <a:buClrTx/>
            </a:pPr>
            <a:endParaRPr lang="it-IT" altLang="it-IT" sz="1100" dirty="0">
              <a:solidFill>
                <a:schemeClr val="tx1"/>
              </a:solidFill>
              <a:latin typeface="Aptos" panose="020B0004020202020204" pitchFamily="34" charset="0"/>
            </a:endParaRPr>
          </a:p>
          <a:p>
            <a:pPr eaLnBrk="0" fontAlgn="base" hangingPunct="0">
              <a:spcBef>
                <a:spcPct val="0"/>
              </a:spcBef>
              <a:spcAft>
                <a:spcPct val="0"/>
              </a:spcAft>
              <a:buClrTx/>
            </a:pPr>
            <a:endParaRPr lang="it-IT" altLang="it-IT" sz="1100" dirty="0">
              <a:solidFill>
                <a:schemeClr val="tx1"/>
              </a:solidFill>
              <a:latin typeface="Aptos" panose="020B0004020202020204" pitchFamily="34" charset="0"/>
            </a:endParaRPr>
          </a:p>
          <a:p>
            <a:pPr eaLnBrk="0" fontAlgn="base" hangingPunct="0">
              <a:spcBef>
                <a:spcPct val="0"/>
              </a:spcBef>
              <a:spcAft>
                <a:spcPct val="0"/>
              </a:spcAft>
              <a:buClrTx/>
            </a:pPr>
            <a:endParaRPr lang="it-IT" altLang="it-IT" sz="1100" dirty="0">
              <a:solidFill>
                <a:schemeClr val="tx1"/>
              </a:solidFill>
              <a:latin typeface="Aptos" panose="020B0004020202020204" pitchFamily="34" charset="0"/>
            </a:endParaRPr>
          </a:p>
          <a:p>
            <a:pPr eaLnBrk="0" fontAlgn="base" hangingPunct="0">
              <a:spcBef>
                <a:spcPct val="0"/>
              </a:spcBef>
              <a:spcAft>
                <a:spcPct val="0"/>
              </a:spcAft>
              <a:buClrTx/>
            </a:pPr>
            <a:r>
              <a:rPr lang="it-IT" altLang="it-IT" sz="1100" dirty="0" err="1">
                <a:solidFill>
                  <a:schemeClr val="tx1"/>
                </a:solidFill>
                <a:latin typeface="Aptos" panose="020B0004020202020204" pitchFamily="34" charset="0"/>
              </a:rPr>
              <a:t>Is</a:t>
            </a:r>
            <a:r>
              <a:rPr lang="it-IT" altLang="it-IT" sz="1100" dirty="0">
                <a:solidFill>
                  <a:schemeClr val="tx1"/>
                </a:solidFill>
                <a:latin typeface="Aptos" panose="020B0004020202020204" pitchFamily="34" charset="0"/>
              </a:rPr>
              <a:t> the </a:t>
            </a:r>
            <a:r>
              <a:rPr lang="it-IT" altLang="it-IT" sz="1100" dirty="0" err="1">
                <a:solidFill>
                  <a:schemeClr val="tx1"/>
                </a:solidFill>
                <a:latin typeface="Aptos" panose="020B0004020202020204" pitchFamily="34" charset="0"/>
              </a:rPr>
              <a:t>level</a:t>
            </a:r>
            <a:r>
              <a:rPr lang="it-IT" altLang="it-IT" sz="1100" dirty="0">
                <a:solidFill>
                  <a:schemeClr val="tx1"/>
                </a:solidFill>
                <a:latin typeface="Aptos" panose="020B0004020202020204" pitchFamily="34" charset="0"/>
              </a:rPr>
              <a:t> of per-capita </a:t>
            </a:r>
            <a:r>
              <a:rPr lang="it-IT" altLang="it-IT" sz="1100" dirty="0" err="1">
                <a:solidFill>
                  <a:schemeClr val="tx1"/>
                </a:solidFill>
                <a:latin typeface="Aptos" panose="020B0004020202020204" pitchFamily="34" charset="0"/>
              </a:rPr>
              <a:t>emissions</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linked</a:t>
            </a:r>
            <a:r>
              <a:rPr lang="it-IT" altLang="it-IT" sz="1100" dirty="0">
                <a:solidFill>
                  <a:schemeClr val="tx1"/>
                </a:solidFill>
                <a:latin typeface="Aptos" panose="020B0004020202020204" pitchFamily="34" charset="0"/>
              </a:rPr>
              <a:t> to the </a:t>
            </a:r>
            <a:r>
              <a:rPr lang="it-IT" altLang="it-IT" sz="1100" dirty="0" err="1">
                <a:solidFill>
                  <a:schemeClr val="tx1"/>
                </a:solidFill>
                <a:latin typeface="Aptos" panose="020B0004020202020204" pitchFamily="34" charset="0"/>
              </a:rPr>
              <a:t>socio-economic</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structure</a:t>
            </a:r>
            <a:r>
              <a:rPr lang="it-IT" altLang="it-IT" sz="1100" dirty="0">
                <a:solidFill>
                  <a:schemeClr val="tx1"/>
                </a:solidFill>
                <a:latin typeface="Aptos" panose="020B0004020202020204" pitchFamily="34" charset="0"/>
              </a:rPr>
              <a:t> of a country?</a:t>
            </a:r>
          </a:p>
          <a:p>
            <a:pPr eaLnBrk="0" fontAlgn="base" hangingPunct="0">
              <a:spcBef>
                <a:spcPct val="0"/>
              </a:spcBef>
              <a:spcAft>
                <a:spcPct val="0"/>
              </a:spcAft>
              <a:buClrTx/>
            </a:pPr>
            <a:endParaRPr lang="it-IT" altLang="it-IT" sz="1100" dirty="0">
              <a:solidFill>
                <a:schemeClr val="tx1"/>
              </a:solidFill>
              <a:latin typeface="Aptos" panose="020B0004020202020204" pitchFamily="34" charset="0"/>
            </a:endParaRPr>
          </a:p>
          <a:p>
            <a:pPr eaLnBrk="0" fontAlgn="base" hangingPunct="0">
              <a:spcBef>
                <a:spcPct val="0"/>
              </a:spcBef>
              <a:spcAft>
                <a:spcPct val="0"/>
              </a:spcAft>
              <a:buClrTx/>
            </a:pPr>
            <a:r>
              <a:rPr lang="it-IT" altLang="it-IT" sz="1100" dirty="0">
                <a:solidFill>
                  <a:schemeClr val="tx1"/>
                </a:solidFill>
                <a:latin typeface="Aptos" panose="020B0004020202020204" pitchFamily="34" charset="0"/>
              </a:rPr>
              <a:t>          -    How </a:t>
            </a:r>
            <a:r>
              <a:rPr lang="it-IT" altLang="it-IT" sz="1100" dirty="0" err="1">
                <a:solidFill>
                  <a:schemeClr val="tx1"/>
                </a:solidFill>
                <a:latin typeface="Aptos" panose="020B0004020202020204" pitchFamily="34" charset="0"/>
              </a:rPr>
              <a:t>does</a:t>
            </a:r>
            <a:r>
              <a:rPr lang="it-IT" altLang="it-IT" sz="1100" dirty="0">
                <a:solidFill>
                  <a:schemeClr val="tx1"/>
                </a:solidFill>
                <a:latin typeface="Aptos" panose="020B0004020202020204" pitchFamily="34" charset="0"/>
              </a:rPr>
              <a:t> the </a:t>
            </a:r>
            <a:r>
              <a:rPr lang="it-IT" altLang="it-IT" sz="1100" dirty="0" err="1">
                <a:solidFill>
                  <a:schemeClr val="tx1"/>
                </a:solidFill>
                <a:latin typeface="Aptos" panose="020B0004020202020204" pitchFamily="34" charset="0"/>
              </a:rPr>
              <a:t>population</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influence</a:t>
            </a:r>
            <a:r>
              <a:rPr lang="it-IT" altLang="it-IT" sz="1100" dirty="0">
                <a:solidFill>
                  <a:schemeClr val="tx1"/>
                </a:solidFill>
                <a:latin typeface="Aptos" panose="020B0004020202020204" pitchFamily="34" charset="0"/>
              </a:rPr>
              <a:t> the  </a:t>
            </a:r>
          </a:p>
          <a:p>
            <a:pPr eaLnBrk="0" fontAlgn="base" hangingPunct="0">
              <a:spcBef>
                <a:spcPct val="0"/>
              </a:spcBef>
              <a:spcAft>
                <a:spcPct val="0"/>
              </a:spcAft>
              <a:buClrTx/>
            </a:pP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emissions</a:t>
            </a:r>
            <a:r>
              <a:rPr lang="it-IT" altLang="it-IT" sz="1100" dirty="0">
                <a:solidFill>
                  <a:schemeClr val="tx1"/>
                </a:solidFill>
                <a:latin typeface="Aptos" panose="020B0004020202020204" pitchFamily="34" charset="0"/>
              </a:rPr>
              <a:t> per capita?</a:t>
            </a:r>
          </a:p>
          <a:p>
            <a:pPr marL="342900" indent="-342900" eaLnBrk="0" fontAlgn="base" hangingPunct="0">
              <a:spcBef>
                <a:spcPct val="0"/>
              </a:spcBef>
              <a:spcAft>
                <a:spcPct val="0"/>
              </a:spcAft>
              <a:buClrTx/>
              <a:buFont typeface="+mj-lt"/>
              <a:buAutoNum type="arabicPeriod"/>
            </a:pPr>
            <a:endParaRPr lang="it-IT" altLang="it-IT" sz="1100" dirty="0">
              <a:solidFill>
                <a:schemeClr val="tx1"/>
              </a:solidFill>
              <a:latin typeface="Aptos" panose="020B0004020202020204" pitchFamily="34" charset="0"/>
            </a:endParaRPr>
          </a:p>
          <a:p>
            <a:pPr eaLnBrk="0" fontAlgn="base" hangingPunct="0">
              <a:spcBef>
                <a:spcPct val="0"/>
              </a:spcBef>
              <a:spcAft>
                <a:spcPct val="0"/>
              </a:spcAft>
              <a:buClrTx/>
            </a:pPr>
            <a:r>
              <a:rPr lang="it-IT" altLang="it-IT" sz="1100" dirty="0">
                <a:solidFill>
                  <a:schemeClr val="tx1"/>
                </a:solidFill>
                <a:latin typeface="Aptos" panose="020B0004020202020204" pitchFamily="34" charset="0"/>
              </a:rPr>
              <a:t>          -    </a:t>
            </a:r>
            <a:r>
              <a:rPr lang="it-IT" altLang="it-IT" sz="1100" dirty="0" err="1">
                <a:solidFill>
                  <a:schemeClr val="tx1"/>
                </a:solidFill>
                <a:latin typeface="Aptos" panose="020B0004020202020204" pitchFamily="34" charset="0"/>
              </a:rPr>
              <a:t>Which</a:t>
            </a:r>
            <a:r>
              <a:rPr lang="it-IT" altLang="it-IT" sz="1100" dirty="0">
                <a:solidFill>
                  <a:schemeClr val="tx1"/>
                </a:solidFill>
                <a:latin typeface="Aptos" panose="020B0004020202020204" pitchFamily="34" charset="0"/>
              </a:rPr>
              <a:t> country </a:t>
            </a:r>
            <a:r>
              <a:rPr lang="it-IT" altLang="it-IT" sz="1100" dirty="0" err="1">
                <a:solidFill>
                  <a:schemeClr val="tx1"/>
                </a:solidFill>
                <a:latin typeface="Aptos" panose="020B0004020202020204" pitchFamily="34" charset="0"/>
              </a:rPr>
              <a:t>currently</a:t>
            </a: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has</a:t>
            </a:r>
            <a:r>
              <a:rPr lang="it-IT" altLang="it-IT" sz="1100" dirty="0">
                <a:solidFill>
                  <a:schemeClr val="tx1"/>
                </a:solidFill>
                <a:latin typeface="Aptos" panose="020B0004020202020204" pitchFamily="34" charset="0"/>
              </a:rPr>
              <a:t> the </a:t>
            </a:r>
            <a:r>
              <a:rPr lang="it-IT" altLang="it-IT" sz="1100" dirty="0" err="1">
                <a:solidFill>
                  <a:schemeClr val="tx1"/>
                </a:solidFill>
                <a:latin typeface="Aptos" panose="020B0004020202020204" pitchFamily="34" charset="0"/>
              </a:rPr>
              <a:t>highest</a:t>
            </a:r>
            <a:r>
              <a:rPr lang="it-IT" altLang="it-IT" sz="1100" dirty="0">
                <a:solidFill>
                  <a:schemeClr val="tx1"/>
                </a:solidFill>
                <a:latin typeface="Aptos" panose="020B0004020202020204" pitchFamily="34" charset="0"/>
              </a:rPr>
              <a:t>          </a:t>
            </a:r>
          </a:p>
          <a:p>
            <a:pPr eaLnBrk="0" fontAlgn="base" hangingPunct="0">
              <a:spcBef>
                <a:spcPct val="0"/>
              </a:spcBef>
              <a:spcAft>
                <a:spcPct val="0"/>
              </a:spcAft>
              <a:buClrTx/>
            </a:pPr>
            <a:r>
              <a:rPr lang="it-IT" altLang="it-IT" sz="1100" dirty="0">
                <a:solidFill>
                  <a:schemeClr val="tx1"/>
                </a:solidFill>
                <a:latin typeface="Aptos" panose="020B0004020202020204" pitchFamily="34" charset="0"/>
              </a:rPr>
              <a:t>                </a:t>
            </a:r>
            <a:r>
              <a:rPr lang="it-IT" altLang="it-IT" sz="1100" dirty="0" err="1">
                <a:solidFill>
                  <a:schemeClr val="tx1"/>
                </a:solidFill>
                <a:latin typeface="Aptos" panose="020B0004020202020204" pitchFamily="34" charset="0"/>
              </a:rPr>
              <a:t>level</a:t>
            </a:r>
            <a:r>
              <a:rPr lang="it-IT" altLang="it-IT" sz="1100" dirty="0">
                <a:solidFill>
                  <a:schemeClr val="tx1"/>
                </a:solidFill>
                <a:latin typeface="Aptos" panose="020B0004020202020204" pitchFamily="34" charset="0"/>
              </a:rPr>
              <a:t> of </a:t>
            </a:r>
            <a:r>
              <a:rPr lang="it-IT" altLang="it-IT" sz="1100" dirty="0" err="1">
                <a:solidFill>
                  <a:schemeClr val="tx1"/>
                </a:solidFill>
                <a:latin typeface="Aptos" panose="020B0004020202020204" pitchFamily="34" charset="0"/>
              </a:rPr>
              <a:t>greenhouse</a:t>
            </a:r>
            <a:r>
              <a:rPr lang="it-IT" altLang="it-IT" sz="1100" dirty="0">
                <a:solidFill>
                  <a:schemeClr val="tx1"/>
                </a:solidFill>
                <a:latin typeface="Aptos" panose="020B0004020202020204" pitchFamily="34" charset="0"/>
              </a:rPr>
              <a:t> gas </a:t>
            </a:r>
            <a:r>
              <a:rPr lang="it-IT" altLang="it-IT" sz="1100" dirty="0" err="1">
                <a:solidFill>
                  <a:schemeClr val="tx1"/>
                </a:solidFill>
                <a:latin typeface="Aptos" panose="020B0004020202020204" pitchFamily="34" charset="0"/>
              </a:rPr>
              <a:t>emissions</a:t>
            </a:r>
            <a:r>
              <a:rPr lang="it-IT" altLang="it-IT" sz="1100" dirty="0">
                <a:solidFill>
                  <a:schemeClr val="tx1"/>
                </a:solidFill>
                <a:latin typeface="Aptos" panose="020B0004020202020204" pitchFamily="34" charset="0"/>
              </a:rPr>
              <a:t> per  </a:t>
            </a:r>
          </a:p>
          <a:p>
            <a:pPr eaLnBrk="0" fontAlgn="base" hangingPunct="0">
              <a:spcBef>
                <a:spcPct val="0"/>
              </a:spcBef>
              <a:spcAft>
                <a:spcPct val="0"/>
              </a:spcAft>
              <a:buClrTx/>
            </a:pPr>
            <a:r>
              <a:rPr lang="it-IT" altLang="it-IT" sz="1100" dirty="0">
                <a:solidFill>
                  <a:schemeClr val="tx1"/>
                </a:solidFill>
                <a:latin typeface="Aptos" panose="020B0004020202020204" pitchFamily="34" charset="0"/>
              </a:rPr>
              <a:t>                capita?</a:t>
            </a:r>
          </a:p>
          <a:p>
            <a:pPr eaLnBrk="0" fontAlgn="base" hangingPunct="0">
              <a:spcBef>
                <a:spcPct val="0"/>
              </a:spcBef>
              <a:spcAft>
                <a:spcPct val="0"/>
              </a:spcAft>
              <a:buClrTx/>
            </a:pPr>
            <a:r>
              <a:rPr lang="it-IT" altLang="it-IT" sz="1100" dirty="0">
                <a:solidFill>
                  <a:schemeClr val="tx1"/>
                </a:solidFill>
                <a:latin typeface="Aptos" panose="020B0004020202020204" pitchFamily="34" charset="0"/>
              </a:rPr>
              <a:t> </a:t>
            </a:r>
          </a:p>
        </p:txBody>
      </p:sp>
      <p:sp>
        <p:nvSpPr>
          <p:cNvPr id="21" name="CasellaDiTesto 20">
            <a:extLst>
              <a:ext uri="{FF2B5EF4-FFF2-40B4-BE49-F238E27FC236}">
                <a16:creationId xmlns:a16="http://schemas.microsoft.com/office/drawing/2014/main" id="{32E20242-BC6F-6F3B-EBA7-CF5C725BB4E9}"/>
              </a:ext>
            </a:extLst>
          </p:cNvPr>
          <p:cNvSpPr txBox="1"/>
          <p:nvPr/>
        </p:nvSpPr>
        <p:spPr>
          <a:xfrm>
            <a:off x="1859354" y="1076720"/>
            <a:ext cx="995560" cy="1323439"/>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it-IT" sz="8000" b="1" dirty="0">
                <a:solidFill>
                  <a:schemeClr val="bg1"/>
                </a:solidFill>
                <a:effectLst>
                  <a:outerShdw blurRad="38100" dist="38100" dir="2700000" algn="tl">
                    <a:srgbClr val="000000">
                      <a:alpha val="43137"/>
                    </a:srgbClr>
                  </a:outerShdw>
                </a:effectLst>
              </a:rPr>
              <a:t>1</a:t>
            </a:r>
          </a:p>
        </p:txBody>
      </p:sp>
      <p:sp>
        <p:nvSpPr>
          <p:cNvPr id="22" name="CasellaDiTesto 21">
            <a:extLst>
              <a:ext uri="{FF2B5EF4-FFF2-40B4-BE49-F238E27FC236}">
                <a16:creationId xmlns:a16="http://schemas.microsoft.com/office/drawing/2014/main" id="{8919056E-7E52-77A5-6AFA-BB3411E3DE5A}"/>
              </a:ext>
            </a:extLst>
          </p:cNvPr>
          <p:cNvSpPr txBox="1"/>
          <p:nvPr/>
        </p:nvSpPr>
        <p:spPr>
          <a:xfrm>
            <a:off x="6286377" y="1071309"/>
            <a:ext cx="995560" cy="1323439"/>
          </a:xfrm>
          <a:prstGeom prst="rect">
            <a:avLst/>
          </a:prstGeo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algn="ctr"/>
            <a:r>
              <a:rPr lang="it-IT" sz="8000" b="1" dirty="0">
                <a:solidFill>
                  <a:schemeClr val="bg1"/>
                </a:solidFill>
                <a:effectLst>
                  <a:outerShdw blurRad="38100" dist="38100" dir="2700000" algn="tl">
                    <a:srgbClr val="000000">
                      <a:alpha val="43137"/>
                    </a:srgbClr>
                  </a:outerShdw>
                </a:effectLst>
              </a:rPr>
              <a:t>2</a:t>
            </a:r>
          </a:p>
        </p:txBody>
      </p:sp>
    </p:spTree>
    <p:extLst>
      <p:ext uri="{BB962C8B-B14F-4D97-AF65-F5344CB8AC3E}">
        <p14:creationId xmlns:p14="http://schemas.microsoft.com/office/powerpoint/2010/main" val="2373360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58263C3-2640-EECF-664C-9BCFC4F327FA}"/>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6BE33933-E97A-393F-31C9-03DA288F9FDD}"/>
              </a:ext>
            </a:extLst>
          </p:cNvPr>
          <p:cNvSpPr txBox="1"/>
          <p:nvPr/>
        </p:nvSpPr>
        <p:spPr>
          <a:xfrm>
            <a:off x="336492" y="307688"/>
            <a:ext cx="8471011" cy="400110"/>
          </a:xfrm>
          <a:prstGeom prst="rect">
            <a:avLst/>
          </a:prstGeom>
          <a:noFill/>
        </p:spPr>
        <p:txBody>
          <a:bodyPr wrap="square" rtlCol="0">
            <a:spAutoFit/>
          </a:bodyPr>
          <a:lstStyle/>
          <a:p>
            <a:pPr algn="ctr"/>
            <a:r>
              <a:rPr lang="it-IT" sz="2000" b="1" dirty="0">
                <a:solidFill>
                  <a:schemeClr val="tx1"/>
                </a:solidFill>
                <a:latin typeface="Aptos Black" panose="020B0004020202020204" pitchFamily="34" charset="0"/>
                <a:ea typeface="Lekton"/>
                <a:cs typeface="Lekton"/>
                <a:sym typeface="Lekton"/>
              </a:rPr>
              <a:t>About Data</a:t>
            </a:r>
          </a:p>
        </p:txBody>
      </p:sp>
      <p:sp>
        <p:nvSpPr>
          <p:cNvPr id="5" name="CasellaDiTesto 4">
            <a:extLst>
              <a:ext uri="{FF2B5EF4-FFF2-40B4-BE49-F238E27FC236}">
                <a16:creationId xmlns:a16="http://schemas.microsoft.com/office/drawing/2014/main" id="{E8EBC45B-9561-D857-3A14-7123B2663C3D}"/>
              </a:ext>
            </a:extLst>
          </p:cNvPr>
          <p:cNvSpPr txBox="1"/>
          <p:nvPr/>
        </p:nvSpPr>
        <p:spPr>
          <a:xfrm>
            <a:off x="757491" y="1596142"/>
            <a:ext cx="184731" cy="307777"/>
          </a:xfrm>
          <a:prstGeom prst="rect">
            <a:avLst/>
          </a:prstGeom>
          <a:noFill/>
        </p:spPr>
        <p:txBody>
          <a:bodyPr wrap="none" rtlCol="0">
            <a:spAutoFit/>
          </a:bodyPr>
          <a:lstStyle/>
          <a:p>
            <a:endParaRPr lang="it-IT" dirty="0"/>
          </a:p>
        </p:txBody>
      </p:sp>
      <p:sp>
        <p:nvSpPr>
          <p:cNvPr id="7" name="CasellaDiTesto 6">
            <a:extLst>
              <a:ext uri="{FF2B5EF4-FFF2-40B4-BE49-F238E27FC236}">
                <a16:creationId xmlns:a16="http://schemas.microsoft.com/office/drawing/2014/main" id="{1FA3A925-3346-8CF4-6465-69EBC90CBCB7}"/>
              </a:ext>
            </a:extLst>
          </p:cNvPr>
          <p:cNvSpPr txBox="1"/>
          <p:nvPr/>
        </p:nvSpPr>
        <p:spPr>
          <a:xfrm>
            <a:off x="336492" y="1028883"/>
            <a:ext cx="8471012" cy="2970044"/>
          </a:xfrm>
          <a:prstGeom prst="rect">
            <a:avLst/>
          </a:prstGeom>
          <a:noFill/>
        </p:spPr>
        <p:txBody>
          <a:bodyPr wrap="square">
            <a:spAutoFit/>
          </a:bodyPr>
          <a:lstStyle/>
          <a:p>
            <a:r>
              <a:rPr lang="en-US" sz="1100" dirty="0">
                <a:latin typeface="Aptos" panose="020B0004020202020204" pitchFamily="34" charset="0"/>
              </a:rPr>
              <a:t>Dataset: </a:t>
            </a:r>
            <a:r>
              <a:rPr lang="en-US" sz="1100" b="1" dirty="0">
                <a:latin typeface="Aptos" panose="020B0004020202020204" pitchFamily="34" charset="0"/>
              </a:rPr>
              <a:t>“Domestic net greenhouse gas emissions” </a:t>
            </a:r>
            <a:r>
              <a:rPr lang="en-US" sz="1100" dirty="0">
                <a:latin typeface="Aptos" panose="020B0004020202020204" pitchFamily="34" charset="0"/>
              </a:rPr>
              <a:t>(</a:t>
            </a:r>
            <a:r>
              <a:rPr lang="en-US" sz="1100" dirty="0">
                <a:latin typeface="Aptos" panose="020B0004020202020204" pitchFamily="34" charset="0"/>
                <a:hlinkClick r:id="rId3"/>
              </a:rPr>
              <a:t>https://ec.europa.eu/eurostat/cache/metadata/en/sdg_13_10_esmsip2.htm</a:t>
            </a:r>
            <a:r>
              <a:rPr lang="en-US" sz="1100" dirty="0">
                <a:latin typeface="Aptos" panose="020B0004020202020204" pitchFamily="34" charset="0"/>
              </a:rPr>
              <a:t>) </a:t>
            </a:r>
          </a:p>
          <a:p>
            <a:endParaRPr lang="en-US" sz="1100" dirty="0">
              <a:latin typeface="Aptos" panose="020B0004020202020204" pitchFamily="34" charset="0"/>
            </a:endParaRPr>
          </a:p>
          <a:p>
            <a:r>
              <a:rPr lang="en-US" sz="1100" dirty="0">
                <a:latin typeface="Aptos" panose="020B0004020202020204" pitchFamily="34" charset="0"/>
              </a:rPr>
              <a:t>The dataset published by Eurostat is coherent, comprehensive, and supported by detailed metadata that clarify its methodological foundations. It’s selection was also motivated by the fact that many other emission datasets presented missing values or inconsistent structures due to non-standardized data collection methods across countries. The Eurostat dataset, instead, offers a reliable and harmonized time series, containing greenhouse gas emission data from </a:t>
            </a:r>
            <a:r>
              <a:rPr lang="en-US" sz="1100" b="1" dirty="0">
                <a:latin typeface="Aptos" panose="020B0004020202020204" pitchFamily="34" charset="0"/>
              </a:rPr>
              <a:t>1990 to 2023</a:t>
            </a:r>
            <a:r>
              <a:rPr lang="en-US" sz="1100" dirty="0">
                <a:latin typeface="Aptos" panose="020B0004020202020204" pitchFamily="34" charset="0"/>
              </a:rPr>
              <a:t> for the </a:t>
            </a:r>
            <a:r>
              <a:rPr lang="en-US" sz="1100" b="1" dirty="0">
                <a:latin typeface="Aptos" panose="020B0004020202020204" pitchFamily="34" charset="0"/>
              </a:rPr>
              <a:t>27 EU countries</a:t>
            </a:r>
            <a:r>
              <a:rPr lang="en-US" sz="1100" dirty="0">
                <a:latin typeface="Aptos" panose="020B0004020202020204" pitchFamily="34" charset="0"/>
              </a:rPr>
              <a:t>, along with </a:t>
            </a:r>
            <a:r>
              <a:rPr lang="en-US" sz="1100" b="1" dirty="0">
                <a:latin typeface="Aptos" panose="020B0004020202020204" pitchFamily="34" charset="0"/>
              </a:rPr>
              <a:t>Norway and Iceland</a:t>
            </a:r>
            <a:r>
              <a:rPr lang="en-US" sz="1100" dirty="0">
                <a:latin typeface="Aptos" panose="020B0004020202020204" pitchFamily="34" charset="0"/>
              </a:rPr>
              <a:t>.</a:t>
            </a:r>
          </a:p>
          <a:p>
            <a:endParaRPr lang="en-US" sz="1100" dirty="0">
              <a:latin typeface="Aptos" panose="020B0004020202020204" pitchFamily="34" charset="0"/>
            </a:endParaRPr>
          </a:p>
          <a:p>
            <a:r>
              <a:rPr lang="en-US" sz="1100" dirty="0">
                <a:latin typeface="Aptos" panose="020B0004020202020204" pitchFamily="34" charset="0"/>
              </a:rPr>
              <a:t>The dataset is shared under the </a:t>
            </a:r>
            <a:r>
              <a:rPr lang="en-US" sz="1100" b="1" dirty="0">
                <a:latin typeface="Aptos" panose="020B0004020202020204" pitchFamily="34" charset="0"/>
              </a:rPr>
              <a:t>Eurostat </a:t>
            </a:r>
            <a:r>
              <a:rPr lang="en-US" sz="1100" b="1" dirty="0" err="1">
                <a:latin typeface="Aptos" panose="020B0004020202020204" pitchFamily="34" charset="0"/>
              </a:rPr>
              <a:t>Licence</a:t>
            </a:r>
            <a:r>
              <a:rPr lang="en-US" sz="1100" b="1" dirty="0">
                <a:latin typeface="Aptos" panose="020B0004020202020204" pitchFamily="34" charset="0"/>
              </a:rPr>
              <a:t> Policy</a:t>
            </a:r>
            <a:r>
              <a:rPr lang="en-US" sz="1100" dirty="0">
                <a:latin typeface="Aptos" panose="020B0004020202020204" pitchFamily="34" charset="0"/>
              </a:rPr>
              <a:t>, which allows free reuse of the data without the need for explicit permission. The only requirement is to cite Eurostat as the data provider, which is fully compatible with the intended use of the dataset in my work.</a:t>
            </a:r>
          </a:p>
          <a:p>
            <a:endParaRPr lang="en-US" sz="1100" dirty="0">
              <a:latin typeface="Aptos" panose="020B0004020202020204" pitchFamily="34" charset="0"/>
            </a:endParaRPr>
          </a:p>
          <a:p>
            <a:r>
              <a:rPr lang="en-US" sz="1100" dirty="0">
                <a:latin typeface="Aptos" panose="020B0004020202020204" pitchFamily="34" charset="0"/>
              </a:rPr>
              <a:t>Regarding data quality and completeness, the dataset follows high Eurostat quality standards, but some limitations still exist. Since the underlying data originate from UNFCCC reporting via the EEA the accuracy can vary between countries. </a:t>
            </a:r>
          </a:p>
          <a:p>
            <a:r>
              <a:rPr lang="en-US" sz="1100" dirty="0">
                <a:latin typeface="Aptos" panose="020B0004020202020204" pitchFamily="34" charset="0"/>
              </a:rPr>
              <a:t>I did not find any missing values in the dataset. However, I performed a structural cleaning step by splitting the original file into four separate datasets, based on the measurement units used and on the different selection of categories in the Kyoto basket of greenhouse gases. This reorganization made it easier to work with internally consistent subsets of the data and facilitated subsequent analysis.</a:t>
            </a:r>
          </a:p>
          <a:p>
            <a:endParaRPr lang="en-US" sz="1100" dirty="0">
              <a:latin typeface="Aptos" panose="020B0004020202020204" pitchFamily="34" charset="0"/>
            </a:endParaRPr>
          </a:p>
        </p:txBody>
      </p:sp>
    </p:spTree>
    <p:extLst>
      <p:ext uri="{BB962C8B-B14F-4D97-AF65-F5344CB8AC3E}">
        <p14:creationId xmlns:p14="http://schemas.microsoft.com/office/powerpoint/2010/main" val="1537143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955A60D8-604B-F321-90F8-9C468F141BC4}"/>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D10A5FCC-4AA2-66FF-BFBF-D36E82748D7B}"/>
              </a:ext>
            </a:extLst>
          </p:cNvPr>
          <p:cNvSpPr txBox="1"/>
          <p:nvPr/>
        </p:nvSpPr>
        <p:spPr>
          <a:xfrm>
            <a:off x="336493" y="307688"/>
            <a:ext cx="8471012" cy="400110"/>
          </a:xfrm>
          <a:prstGeom prst="rect">
            <a:avLst/>
          </a:prstGeom>
          <a:noFill/>
        </p:spPr>
        <p:txBody>
          <a:bodyPr wrap="square" rtlCol="0">
            <a:spAutoFit/>
          </a:bodyPr>
          <a:lstStyle/>
          <a:p>
            <a:pPr algn="ctr"/>
            <a:r>
              <a:rPr lang="it-IT" sz="2000" b="1" dirty="0" err="1">
                <a:solidFill>
                  <a:schemeClr val="tx1"/>
                </a:solidFill>
                <a:latin typeface="Aptos Black" panose="020B0004020202020204" pitchFamily="34" charset="0"/>
                <a:ea typeface="Lekton"/>
                <a:cs typeface="Lekton"/>
                <a:sym typeface="Lekton"/>
              </a:rPr>
              <a:t>Methodology</a:t>
            </a:r>
            <a:endParaRPr lang="it-IT" sz="2000" b="1" dirty="0">
              <a:solidFill>
                <a:schemeClr val="tx1"/>
              </a:solidFill>
              <a:latin typeface="Aptos Black" panose="020B0004020202020204" pitchFamily="34" charset="0"/>
              <a:ea typeface="Lekton"/>
              <a:cs typeface="Lekton"/>
              <a:sym typeface="Lekton"/>
            </a:endParaRPr>
          </a:p>
        </p:txBody>
      </p:sp>
      <p:sp>
        <p:nvSpPr>
          <p:cNvPr id="5" name="CasellaDiTesto 4">
            <a:extLst>
              <a:ext uri="{FF2B5EF4-FFF2-40B4-BE49-F238E27FC236}">
                <a16:creationId xmlns:a16="http://schemas.microsoft.com/office/drawing/2014/main" id="{344E9153-5C19-8109-250D-5E25F80CDAD7}"/>
              </a:ext>
            </a:extLst>
          </p:cNvPr>
          <p:cNvSpPr txBox="1"/>
          <p:nvPr/>
        </p:nvSpPr>
        <p:spPr>
          <a:xfrm>
            <a:off x="757491" y="1596142"/>
            <a:ext cx="184731" cy="307777"/>
          </a:xfrm>
          <a:prstGeom prst="rect">
            <a:avLst/>
          </a:prstGeom>
          <a:noFill/>
        </p:spPr>
        <p:txBody>
          <a:bodyPr wrap="none" rtlCol="0">
            <a:spAutoFit/>
          </a:bodyPr>
          <a:lstStyle/>
          <a:p>
            <a:endParaRPr lang="it-IT" dirty="0"/>
          </a:p>
        </p:txBody>
      </p:sp>
      <p:sp>
        <p:nvSpPr>
          <p:cNvPr id="7" name="CasellaDiTesto 6">
            <a:extLst>
              <a:ext uri="{FF2B5EF4-FFF2-40B4-BE49-F238E27FC236}">
                <a16:creationId xmlns:a16="http://schemas.microsoft.com/office/drawing/2014/main" id="{66580681-6271-8241-386E-863496826BD6}"/>
              </a:ext>
            </a:extLst>
          </p:cNvPr>
          <p:cNvSpPr txBox="1"/>
          <p:nvPr/>
        </p:nvSpPr>
        <p:spPr>
          <a:xfrm>
            <a:off x="336492" y="1028883"/>
            <a:ext cx="8471012" cy="3816429"/>
          </a:xfrm>
          <a:prstGeom prst="rect">
            <a:avLst/>
          </a:prstGeom>
          <a:noFill/>
        </p:spPr>
        <p:txBody>
          <a:bodyPr wrap="square">
            <a:spAutoFit/>
          </a:bodyPr>
          <a:lstStyle/>
          <a:p>
            <a:r>
              <a:rPr lang="en-US" sz="1100" dirty="0">
                <a:latin typeface="Aptos" panose="020B0004020202020204" pitchFamily="34" charset="0"/>
              </a:rPr>
              <a:t>The data were easily downloaded from the </a:t>
            </a:r>
            <a:r>
              <a:rPr lang="en-US" sz="1100" b="1" dirty="0">
                <a:latin typeface="Aptos" panose="020B0004020202020204" pitchFamily="34" charset="0"/>
              </a:rPr>
              <a:t>Eurostat</a:t>
            </a:r>
            <a:r>
              <a:rPr lang="en-US" sz="1100" dirty="0">
                <a:latin typeface="Aptos" panose="020B0004020202020204" pitchFamily="34" charset="0"/>
              </a:rPr>
              <a:t> website and processed in Python, using pandas for structural cleaning and the initial exploration. The analysis was carried out in parallel </a:t>
            </a:r>
            <a:r>
              <a:rPr lang="en-US" sz="1100" b="1" dirty="0">
                <a:latin typeface="Aptos" panose="020B0004020202020204" pitchFamily="34" charset="0"/>
              </a:rPr>
              <a:t>on two complementary datasets</a:t>
            </a:r>
            <a:r>
              <a:rPr lang="en-US" sz="1100" dirty="0">
                <a:latin typeface="Aptos" panose="020B0004020202020204" pitchFamily="34" charset="0"/>
              </a:rPr>
              <a:t>: one showing, for each country, the </a:t>
            </a:r>
            <a:r>
              <a:rPr lang="en-US" sz="1100" b="1" dirty="0">
                <a:latin typeface="Aptos" panose="020B0004020202020204" pitchFamily="34" charset="0"/>
              </a:rPr>
              <a:t>emission trends indexed to 1990 as the base year</a:t>
            </a:r>
            <a:r>
              <a:rPr lang="en-US" sz="1100" dirty="0">
                <a:latin typeface="Aptos" panose="020B0004020202020204" pitchFamily="34" charset="0"/>
              </a:rPr>
              <a:t> and another reporting </a:t>
            </a:r>
            <a:r>
              <a:rPr lang="en-US" sz="1100" b="1" dirty="0">
                <a:latin typeface="Aptos" panose="020B0004020202020204" pitchFamily="34" charset="0"/>
              </a:rPr>
              <a:t>greenhouse gas emissions per capita</a:t>
            </a:r>
            <a:r>
              <a:rPr lang="en-US" sz="1100" dirty="0">
                <a:latin typeface="Aptos" panose="020B0004020202020204" pitchFamily="34" charset="0"/>
              </a:rPr>
              <a:t>. </a:t>
            </a:r>
          </a:p>
          <a:p>
            <a:endParaRPr lang="en-US" sz="1100" dirty="0">
              <a:latin typeface="Aptos" panose="020B0004020202020204" pitchFamily="34" charset="0"/>
            </a:endParaRPr>
          </a:p>
          <a:p>
            <a:r>
              <a:rPr lang="en-US" sz="1100" dirty="0">
                <a:latin typeface="Aptos" panose="020B0004020202020204" pitchFamily="34" charset="0"/>
              </a:rPr>
              <a:t>I began the analysis using descriptive statistics, correlation measures, and basic visualizations to gain an overall understanding of the dataset’s structure and </a:t>
            </a:r>
            <a:r>
              <a:rPr lang="en-US" sz="1100" dirty="0" err="1">
                <a:latin typeface="Aptos" panose="020B0004020202020204" pitchFamily="34" charset="0"/>
              </a:rPr>
              <a:t>behaviour</a:t>
            </a:r>
            <a:r>
              <a:rPr lang="en-US" sz="1100" dirty="0">
                <a:latin typeface="Aptos" panose="020B0004020202020204" pitchFamily="34" charset="0"/>
              </a:rPr>
              <a:t>.  I then started the two analysis:</a:t>
            </a:r>
          </a:p>
          <a:p>
            <a:endParaRPr lang="en-US" sz="1100" dirty="0">
              <a:latin typeface="Aptos" panose="020B0004020202020204" pitchFamily="34" charset="0"/>
            </a:endParaRPr>
          </a:p>
          <a:p>
            <a:pPr marL="171450" indent="-171450">
              <a:buFont typeface="Arial" panose="020B0604020202020204" pitchFamily="34" charset="0"/>
              <a:buChar char="•"/>
            </a:pPr>
            <a:r>
              <a:rPr lang="en-US" sz="1100" b="1" dirty="0">
                <a:latin typeface="Aptos" panose="020B0004020202020204" pitchFamily="34" charset="0"/>
              </a:rPr>
              <a:t>First dataset</a:t>
            </a:r>
            <a:r>
              <a:rPr lang="en-US" sz="1100" dirty="0">
                <a:latin typeface="Aptos" panose="020B0004020202020204" pitchFamily="34" charset="0"/>
              </a:rPr>
              <a:t>: Having noticed an interesting variability among the trends of different regions, I decided to use </a:t>
            </a:r>
            <a:r>
              <a:rPr lang="en-US" sz="1100" b="1" dirty="0">
                <a:latin typeface="Aptos" panose="020B0004020202020204" pitchFamily="34" charset="0"/>
              </a:rPr>
              <a:t>Matplotlib</a:t>
            </a:r>
            <a:r>
              <a:rPr lang="en-US" sz="1100" dirty="0">
                <a:latin typeface="Aptos" panose="020B0004020202020204" pitchFamily="34" charset="0"/>
              </a:rPr>
              <a:t> to create a visualization that highlighted both the </a:t>
            </a:r>
            <a:r>
              <a:rPr lang="en-US" sz="1100" b="1" dirty="0">
                <a:latin typeface="Aptos" panose="020B0004020202020204" pitchFamily="34" charset="0"/>
              </a:rPr>
              <a:t>average European trend </a:t>
            </a:r>
            <a:r>
              <a:rPr lang="en-US" sz="1100" dirty="0">
                <a:latin typeface="Aptos" panose="020B0004020202020204" pitchFamily="34" charset="0"/>
              </a:rPr>
              <a:t>and the </a:t>
            </a:r>
            <a:r>
              <a:rPr lang="en-US" sz="1100" b="1" dirty="0">
                <a:latin typeface="Aptos" panose="020B0004020202020204" pitchFamily="34" charset="0"/>
              </a:rPr>
              <a:t>extreme values reached by individual nations</a:t>
            </a:r>
            <a:r>
              <a:rPr lang="en-US" sz="1100" dirty="0">
                <a:latin typeface="Aptos" panose="020B0004020202020204" pitchFamily="34" charset="0"/>
              </a:rPr>
              <a:t>. I also chose to compare the anomalous points in the European average trend with a list of </a:t>
            </a:r>
            <a:r>
              <a:rPr lang="en-US" sz="1100" b="1" dirty="0">
                <a:latin typeface="Aptos" panose="020B0004020202020204" pitchFamily="34" charset="0"/>
              </a:rPr>
              <a:t>relevant socio-economic events</a:t>
            </a:r>
            <a:r>
              <a:rPr lang="en-US" sz="1100" dirty="0">
                <a:latin typeface="Aptos" panose="020B0004020202020204" pitchFamily="34" charset="0"/>
              </a:rPr>
              <a:t> to evaluate whether any correlation could be observed.</a:t>
            </a:r>
          </a:p>
          <a:p>
            <a:pPr marL="171450" indent="-171450">
              <a:buFont typeface="Arial" panose="020B0604020202020204" pitchFamily="34" charset="0"/>
              <a:buChar char="•"/>
            </a:pPr>
            <a:r>
              <a:rPr lang="en-US" sz="1100" dirty="0">
                <a:latin typeface="Aptos" panose="020B0004020202020204" pitchFamily="34" charset="0"/>
              </a:rPr>
              <a:t>It was striking to see that, whereas some countries are already meeting the 55% reduction target for 2030 compared to 1990, others have moved in the opposite direction and have nearly doubled their emissions. To explore this further, I created a couple of rankings to identify which countries were on the best and worst track.</a:t>
            </a:r>
          </a:p>
          <a:p>
            <a:endParaRPr lang="en-US" sz="1100" dirty="0">
              <a:latin typeface="Aptos" panose="020B0004020202020204" pitchFamily="34" charset="0"/>
            </a:endParaRPr>
          </a:p>
          <a:p>
            <a:pPr marL="171450" indent="-171450">
              <a:buFont typeface="Arial" panose="020B0604020202020204" pitchFamily="34" charset="0"/>
              <a:buChar char="•"/>
            </a:pPr>
            <a:r>
              <a:rPr lang="en-US" sz="1100" b="1" dirty="0">
                <a:latin typeface="Aptos" panose="020B0004020202020204" pitchFamily="34" charset="0"/>
              </a:rPr>
              <a:t>Second dataset</a:t>
            </a:r>
            <a:r>
              <a:rPr lang="en-US" sz="1100" dirty="0">
                <a:latin typeface="Aptos" panose="020B0004020202020204" pitchFamily="34" charset="0"/>
              </a:rPr>
              <a:t>: To better highlight the </a:t>
            </a:r>
            <a:r>
              <a:rPr lang="en-US" sz="1100" b="1" dirty="0">
                <a:latin typeface="Aptos" panose="020B0004020202020204" pitchFamily="34" charset="0"/>
              </a:rPr>
              <a:t>shifts in emission trends and their potential links to the e</a:t>
            </a:r>
            <a:r>
              <a:rPr lang="it-IT" sz="1100" b="1" dirty="0" err="1">
                <a:latin typeface="Aptos" panose="020B0004020202020204" pitchFamily="34" charset="0"/>
              </a:rPr>
              <a:t>conomic</a:t>
            </a:r>
            <a:r>
              <a:rPr lang="it-IT" sz="1100" b="1" dirty="0">
                <a:latin typeface="Aptos" panose="020B0004020202020204" pitchFamily="34" charset="0"/>
              </a:rPr>
              <a:t> </a:t>
            </a:r>
            <a:r>
              <a:rPr lang="it-IT" sz="1100" b="1" dirty="0" err="1">
                <a:latin typeface="Aptos" panose="020B0004020202020204" pitchFamily="34" charset="0"/>
              </a:rPr>
              <a:t>structure</a:t>
            </a:r>
            <a:r>
              <a:rPr lang="en-US" sz="1100" dirty="0">
                <a:latin typeface="Aptos" panose="020B0004020202020204" pitchFamily="34" charset="0"/>
              </a:rPr>
              <a:t>, I applied a </a:t>
            </a:r>
            <a:r>
              <a:rPr lang="en-US" sz="1100" b="1" dirty="0">
                <a:latin typeface="Aptos" panose="020B0004020202020204" pitchFamily="34" charset="0"/>
              </a:rPr>
              <a:t>k-means clustering </a:t>
            </a:r>
            <a:r>
              <a:rPr lang="en-US" sz="1100" dirty="0">
                <a:latin typeface="Aptos" panose="020B0004020202020204" pitchFamily="34" charset="0"/>
              </a:rPr>
              <a:t>approach and then used </a:t>
            </a:r>
            <a:r>
              <a:rPr lang="en-US" sz="1100" b="1" dirty="0">
                <a:latin typeface="Aptos" panose="020B0004020202020204" pitchFamily="34" charset="0"/>
              </a:rPr>
              <a:t>Tableau</a:t>
            </a:r>
            <a:r>
              <a:rPr lang="en-US" sz="1100" dirty="0">
                <a:latin typeface="Aptos" panose="020B0004020202020204" pitchFamily="34" charset="0"/>
              </a:rPr>
              <a:t> to </a:t>
            </a:r>
            <a:r>
              <a:rPr lang="en-US" sz="1100" dirty="0" err="1">
                <a:latin typeface="Aptos" panose="020B0004020202020204" pitchFamily="34" charset="0"/>
              </a:rPr>
              <a:t>visualise</a:t>
            </a:r>
            <a:r>
              <a:rPr lang="en-US" sz="1100" dirty="0">
                <a:latin typeface="Aptos" panose="020B0004020202020204" pitchFamily="34" charset="0"/>
              </a:rPr>
              <a:t> the resulting groups. During this workflow, I also used </a:t>
            </a:r>
            <a:r>
              <a:rPr lang="en-US" sz="1100" b="1" dirty="0">
                <a:latin typeface="Aptos" panose="020B0004020202020204" pitchFamily="34" charset="0"/>
              </a:rPr>
              <a:t>Claude</a:t>
            </a:r>
            <a:r>
              <a:rPr lang="en-US" sz="1100" dirty="0">
                <a:latin typeface="Aptos" panose="020B0004020202020204" pitchFamily="34" charset="0"/>
              </a:rPr>
              <a:t> to assist in converting the country identifiers from the original dataset into a format compatible with Tableau, ensuring a smooth integration of the data into the visualization environment.</a:t>
            </a:r>
          </a:p>
          <a:p>
            <a:endParaRPr lang="en-US" sz="1100" dirty="0">
              <a:latin typeface="Aptos" panose="020B0004020202020204" pitchFamily="34" charset="0"/>
            </a:endParaRPr>
          </a:p>
          <a:p>
            <a:r>
              <a:rPr lang="en-US" sz="1100" dirty="0">
                <a:latin typeface="Aptos" panose="020B0004020202020204" pitchFamily="34" charset="0"/>
              </a:rPr>
              <a:t>The analysis is fully reproducible, since all data used are publicly accessible and the python code is available at: </a:t>
            </a:r>
            <a:r>
              <a:rPr lang="en-US" sz="1100" u="sng" dirty="0">
                <a:latin typeface="Aptos" panose="020B0004020202020204" pitchFamily="34" charset="0"/>
              </a:rPr>
              <a:t>https://github.com/mezza04/Data_Visualization_Project.</a:t>
            </a:r>
            <a:endParaRPr lang="en-US" sz="1100" u="sng" dirty="0">
              <a:solidFill>
                <a:srgbClr val="333333"/>
              </a:solidFill>
              <a:latin typeface="Aptos" panose="020B0004020202020204" pitchFamily="34" charset="0"/>
              <a:ea typeface="Lekton"/>
              <a:cs typeface="Lekton"/>
              <a:sym typeface="Lekton"/>
            </a:endParaRPr>
          </a:p>
        </p:txBody>
      </p:sp>
      <p:sp>
        <p:nvSpPr>
          <p:cNvPr id="8" name="Terminatore 7">
            <a:extLst>
              <a:ext uri="{FF2B5EF4-FFF2-40B4-BE49-F238E27FC236}">
                <a16:creationId xmlns:a16="http://schemas.microsoft.com/office/drawing/2014/main" id="{1A6B6CBC-0651-C187-7DA2-A985F5689EB2}"/>
              </a:ext>
            </a:extLst>
          </p:cNvPr>
          <p:cNvSpPr/>
          <p:nvPr/>
        </p:nvSpPr>
        <p:spPr>
          <a:xfrm>
            <a:off x="396815" y="2927230"/>
            <a:ext cx="103517" cy="138023"/>
          </a:xfrm>
          <a:prstGeom prst="flowChartTermina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654905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668E64A-9669-A5E6-4209-142CEF33B1B8}"/>
            </a:ext>
          </a:extLst>
        </p:cNvPr>
        <p:cNvGrpSpPr/>
        <p:nvPr/>
      </p:nvGrpSpPr>
      <p:grpSpPr>
        <a:xfrm>
          <a:off x="0" y="0"/>
          <a:ext cx="0" cy="0"/>
          <a:chOff x="0" y="0"/>
          <a:chExt cx="0" cy="0"/>
        </a:xfrm>
      </p:grpSpPr>
      <p:sp>
        <p:nvSpPr>
          <p:cNvPr id="2" name="CasellaDiTesto 1">
            <a:extLst>
              <a:ext uri="{FF2B5EF4-FFF2-40B4-BE49-F238E27FC236}">
                <a16:creationId xmlns:a16="http://schemas.microsoft.com/office/drawing/2014/main" id="{B4C44C70-B719-2F47-698A-7F7B0FD8A996}"/>
              </a:ext>
            </a:extLst>
          </p:cNvPr>
          <p:cNvSpPr txBox="1"/>
          <p:nvPr/>
        </p:nvSpPr>
        <p:spPr>
          <a:xfrm>
            <a:off x="336493" y="307688"/>
            <a:ext cx="8471012" cy="400110"/>
          </a:xfrm>
          <a:prstGeom prst="rect">
            <a:avLst/>
          </a:prstGeom>
          <a:noFill/>
        </p:spPr>
        <p:txBody>
          <a:bodyPr wrap="square" rtlCol="0">
            <a:spAutoFit/>
          </a:bodyPr>
          <a:lstStyle/>
          <a:p>
            <a:pPr algn="ctr"/>
            <a:r>
              <a:rPr lang="it-IT" sz="2000" b="1" dirty="0">
                <a:solidFill>
                  <a:schemeClr val="tx1"/>
                </a:solidFill>
                <a:latin typeface="Aptos Black" panose="020B0004020202020204" pitchFamily="34" charset="0"/>
                <a:ea typeface="Lekton"/>
                <a:cs typeface="Lekton"/>
                <a:sym typeface="Lekton"/>
              </a:rPr>
              <a:t>Insights</a:t>
            </a:r>
          </a:p>
        </p:txBody>
      </p:sp>
      <p:sp>
        <p:nvSpPr>
          <p:cNvPr id="5" name="CasellaDiTesto 4">
            <a:extLst>
              <a:ext uri="{FF2B5EF4-FFF2-40B4-BE49-F238E27FC236}">
                <a16:creationId xmlns:a16="http://schemas.microsoft.com/office/drawing/2014/main" id="{3165EFF8-4942-ABE6-3E1A-3374BD4645CC}"/>
              </a:ext>
            </a:extLst>
          </p:cNvPr>
          <p:cNvSpPr txBox="1"/>
          <p:nvPr/>
        </p:nvSpPr>
        <p:spPr>
          <a:xfrm>
            <a:off x="757491" y="1596142"/>
            <a:ext cx="184731" cy="307777"/>
          </a:xfrm>
          <a:prstGeom prst="rect">
            <a:avLst/>
          </a:prstGeom>
          <a:noFill/>
        </p:spPr>
        <p:txBody>
          <a:bodyPr wrap="none" rtlCol="0">
            <a:spAutoFit/>
          </a:bodyPr>
          <a:lstStyle/>
          <a:p>
            <a:endParaRPr lang="it-IT" dirty="0"/>
          </a:p>
        </p:txBody>
      </p:sp>
      <p:sp>
        <p:nvSpPr>
          <p:cNvPr id="8" name="Terminatore 7">
            <a:extLst>
              <a:ext uri="{FF2B5EF4-FFF2-40B4-BE49-F238E27FC236}">
                <a16:creationId xmlns:a16="http://schemas.microsoft.com/office/drawing/2014/main" id="{F10EB6B5-737C-1EB4-0457-03A98C5F1874}"/>
              </a:ext>
            </a:extLst>
          </p:cNvPr>
          <p:cNvSpPr/>
          <p:nvPr/>
        </p:nvSpPr>
        <p:spPr>
          <a:xfrm>
            <a:off x="396815" y="2927230"/>
            <a:ext cx="103517" cy="138023"/>
          </a:xfrm>
          <a:prstGeom prst="flowChartTermina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CasellaDiTesto 2">
            <a:extLst>
              <a:ext uri="{FF2B5EF4-FFF2-40B4-BE49-F238E27FC236}">
                <a16:creationId xmlns:a16="http://schemas.microsoft.com/office/drawing/2014/main" id="{755A7FB9-BABC-925A-7CDB-2D6CA34244A3}"/>
              </a:ext>
            </a:extLst>
          </p:cNvPr>
          <p:cNvSpPr txBox="1"/>
          <p:nvPr/>
        </p:nvSpPr>
        <p:spPr>
          <a:xfrm>
            <a:off x="336492" y="1028883"/>
            <a:ext cx="8471012" cy="3816429"/>
          </a:xfrm>
          <a:prstGeom prst="rect">
            <a:avLst/>
          </a:prstGeom>
          <a:noFill/>
        </p:spPr>
        <p:txBody>
          <a:bodyPr wrap="square">
            <a:spAutoFit/>
          </a:bodyPr>
          <a:lstStyle/>
          <a:p>
            <a:r>
              <a:rPr lang="en-US" sz="1100" b="1" dirty="0">
                <a:latin typeface="Aptos" panose="020B0004020202020204" pitchFamily="34" charset="0"/>
              </a:rPr>
              <a:t>The indexed dataset</a:t>
            </a:r>
            <a:r>
              <a:rPr lang="en-US" sz="1100" dirty="0">
                <a:latin typeface="Aptos" panose="020B0004020202020204" pitchFamily="34" charset="0"/>
              </a:rPr>
              <a:t> tracks each country's emissions trajectory relative to their 1990 baseline. </a:t>
            </a:r>
          </a:p>
          <a:p>
            <a:pPr marL="171450" indent="-171450">
              <a:buFont typeface="Arial" panose="020B0604020202020204" pitchFamily="34" charset="0"/>
              <a:buChar char="•"/>
            </a:pPr>
            <a:r>
              <a:rPr lang="en-US" sz="1100" dirty="0">
                <a:latin typeface="Aptos" panose="020B0004020202020204" pitchFamily="34" charset="0"/>
              </a:rPr>
              <a:t>Maximum overall: 179.40, Cyprus (2008)</a:t>
            </a:r>
          </a:p>
          <a:p>
            <a:pPr marL="171450" indent="-171450">
              <a:buFont typeface="Arial" panose="020B0604020202020204" pitchFamily="34" charset="0"/>
              <a:buChar char="•"/>
            </a:pPr>
            <a:r>
              <a:rPr lang="en-US" sz="1100" dirty="0">
                <a:latin typeface="Aptos" panose="020B0004020202020204" pitchFamily="34" charset="0"/>
              </a:rPr>
              <a:t>Minimum overall: 27.00, Estonia (2023)</a:t>
            </a:r>
          </a:p>
          <a:p>
            <a:pPr marL="171450" indent="-171450">
              <a:buFont typeface="Arial" panose="020B0604020202020204" pitchFamily="34" charset="0"/>
              <a:buChar char="•"/>
            </a:pPr>
            <a:r>
              <a:rPr lang="en-US" sz="1100" dirty="0">
                <a:latin typeface="Aptos" panose="020B0004020202020204" pitchFamily="34" charset="0"/>
              </a:rPr>
              <a:t>Average: 89.26</a:t>
            </a:r>
          </a:p>
          <a:p>
            <a:pPr marL="171450" indent="-171450">
              <a:buFont typeface="Arial" panose="020B0604020202020204" pitchFamily="34" charset="0"/>
              <a:buChar char="•"/>
            </a:pPr>
            <a:r>
              <a:rPr lang="en-US" sz="1100" dirty="0">
                <a:latin typeface="Aptos" panose="020B0004020202020204" pitchFamily="34" charset="0"/>
              </a:rPr>
              <a:t>Highest Volatility: 20.24 Denmark</a:t>
            </a:r>
          </a:p>
          <a:p>
            <a:pPr marL="171450" indent="-171450">
              <a:buFont typeface="Arial" panose="020B0604020202020204" pitchFamily="34" charset="0"/>
              <a:buChar char="•"/>
            </a:pPr>
            <a:r>
              <a:rPr lang="en-US" sz="1100" dirty="0">
                <a:latin typeface="Aptos" panose="020B0004020202020204" pitchFamily="34" charset="0"/>
              </a:rPr>
              <a:t>Lowest Volatility: 5.19 Norway</a:t>
            </a:r>
          </a:p>
          <a:p>
            <a:r>
              <a:rPr lang="en-US" sz="1100" dirty="0">
                <a:latin typeface="Aptos" panose="020B0004020202020204" pitchFamily="34" charset="0"/>
              </a:rPr>
              <a:t>While the average reveals a reduction in emissions of around 10% across all countries, this aggregate figure masks a dramatic contrast between nations. Cyprus experienced the steepest increase, reaching nearly 80% above its 1990 levels by 2008, while Estonia achieved the most remarkable reduction, cutting emissions by over 70% by 2023. These extremes illustrate the vastly different environmental and economic paths taken by European nations over this period. </a:t>
            </a:r>
          </a:p>
          <a:p>
            <a:r>
              <a:rPr lang="en-US" sz="1100" dirty="0">
                <a:latin typeface="Aptos" panose="020B0004020202020204" pitchFamily="34" charset="0"/>
              </a:rPr>
              <a:t>Equally revealing is the stability of these trends. Norway maintained the most consistent emissions pattern with minimal fluctuation, suggesting steady energy policies and economic structure. In contrast, Denmark exhibited the highest volatility, reflecting more dynamic shifts in its energy mix and industrial composition over the decades.</a:t>
            </a:r>
          </a:p>
          <a:p>
            <a:endParaRPr lang="en-US" sz="1100" b="1" dirty="0">
              <a:latin typeface="Aptos" panose="020B0004020202020204" pitchFamily="34" charset="0"/>
            </a:endParaRPr>
          </a:p>
          <a:p>
            <a:r>
              <a:rPr lang="en-US" sz="1100" b="1" dirty="0">
                <a:latin typeface="Aptos" panose="020B0004020202020204" pitchFamily="34" charset="0"/>
              </a:rPr>
              <a:t>The per capita dataset</a:t>
            </a:r>
            <a:r>
              <a:rPr lang="en-US" sz="1100" dirty="0">
                <a:latin typeface="Aptos" panose="020B0004020202020204" pitchFamily="34" charset="0"/>
              </a:rPr>
              <a:t> adds another dimension to this analysis, the population’s fluctuations. </a:t>
            </a:r>
          </a:p>
          <a:p>
            <a:pPr marL="171450" indent="-171450">
              <a:buFont typeface="Arial" panose="020B0604020202020204" pitchFamily="34" charset="0"/>
              <a:buChar char="•"/>
            </a:pPr>
            <a:r>
              <a:rPr lang="en-US" sz="1100" dirty="0">
                <a:latin typeface="Aptos" panose="020B0004020202020204" pitchFamily="34" charset="0"/>
              </a:rPr>
              <a:t>Maximum overall: 34.6, Luxembourg (1991)</a:t>
            </a:r>
          </a:p>
          <a:p>
            <a:pPr marL="171450" indent="-171450">
              <a:buFont typeface="Arial" panose="020B0604020202020204" pitchFamily="34" charset="0"/>
              <a:buChar char="•"/>
            </a:pPr>
            <a:r>
              <a:rPr lang="en-US" sz="1100" dirty="0">
                <a:latin typeface="Aptos" panose="020B0004020202020204" pitchFamily="34" charset="0"/>
              </a:rPr>
              <a:t>Minimum overall: 4.0, Malta (2020)</a:t>
            </a:r>
          </a:p>
          <a:p>
            <a:pPr marL="171450" indent="-171450">
              <a:buFont typeface="Arial" panose="020B0604020202020204" pitchFamily="34" charset="0"/>
              <a:buChar char="•"/>
            </a:pPr>
            <a:r>
              <a:rPr lang="en-US" sz="1100" dirty="0">
                <a:latin typeface="Aptos" panose="020B0004020202020204" pitchFamily="34" charset="0"/>
              </a:rPr>
              <a:t>Average: 10.31</a:t>
            </a:r>
          </a:p>
          <a:p>
            <a:r>
              <a:rPr lang="en-US" sz="1100" dirty="0">
                <a:latin typeface="Aptos" panose="020B0004020202020204" pitchFamily="34" charset="0"/>
              </a:rPr>
              <a:t>Luxembourg recorded the highest per capita emissions at 34.6 </a:t>
            </a:r>
            <a:r>
              <a:rPr lang="en-US" sz="1100" dirty="0" err="1">
                <a:latin typeface="Aptos" panose="020B0004020202020204" pitchFamily="34" charset="0"/>
              </a:rPr>
              <a:t>tonnes</a:t>
            </a:r>
            <a:r>
              <a:rPr lang="en-US" sz="1100" dirty="0">
                <a:latin typeface="Aptos" panose="020B0004020202020204" pitchFamily="34" charset="0"/>
              </a:rPr>
              <a:t> in 1991, while Malta achieved the lowest point at just 4.0 </a:t>
            </a:r>
            <a:r>
              <a:rPr lang="en-US" sz="1100" dirty="0" err="1">
                <a:latin typeface="Aptos" panose="020B0004020202020204" pitchFamily="34" charset="0"/>
              </a:rPr>
              <a:t>tonnes</a:t>
            </a:r>
            <a:r>
              <a:rPr lang="en-US" sz="1100" dirty="0">
                <a:latin typeface="Aptos" panose="020B0004020202020204" pitchFamily="34" charset="0"/>
              </a:rPr>
              <a:t> per capita in 2020. The average across all countries and years stands at 10.31 </a:t>
            </a:r>
            <a:r>
              <a:rPr lang="en-US" sz="1100" dirty="0" err="1">
                <a:latin typeface="Aptos" panose="020B0004020202020204" pitchFamily="34" charset="0"/>
              </a:rPr>
              <a:t>tonnes</a:t>
            </a:r>
            <a:r>
              <a:rPr lang="en-US" sz="1100" dirty="0">
                <a:latin typeface="Aptos" panose="020B0004020202020204" pitchFamily="34" charset="0"/>
              </a:rPr>
              <a:t> per capita. These figures underscore not only the progress some nations have made but also the persistent disparities in emission intensity across the region, shaped by factors ranging from industrial structure to energy sources and population density.</a:t>
            </a:r>
            <a:endParaRPr lang="en-US" sz="1100" b="1" dirty="0">
              <a:latin typeface="Aptos" panose="020B0004020202020204" pitchFamily="34" charset="0"/>
            </a:endParaRPr>
          </a:p>
        </p:txBody>
      </p:sp>
    </p:spTree>
    <p:extLst>
      <p:ext uri="{BB962C8B-B14F-4D97-AF65-F5344CB8AC3E}">
        <p14:creationId xmlns:p14="http://schemas.microsoft.com/office/powerpoint/2010/main" val="2491261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Immagine 42">
            <a:extLst>
              <a:ext uri="{FF2B5EF4-FFF2-40B4-BE49-F238E27FC236}">
                <a16:creationId xmlns:a16="http://schemas.microsoft.com/office/drawing/2014/main" id="{1A795F02-4124-FDBF-C9C5-B3034141F99E}"/>
              </a:ext>
            </a:extLst>
          </p:cNvPr>
          <p:cNvPicPr>
            <a:picLocks noChangeAspect="1"/>
          </p:cNvPicPr>
          <p:nvPr/>
        </p:nvPicPr>
        <p:blipFill>
          <a:blip r:embed="rId3"/>
          <a:stretch>
            <a:fillRect/>
          </a:stretch>
        </p:blipFill>
        <p:spPr>
          <a:xfrm>
            <a:off x="341503" y="1035651"/>
            <a:ext cx="5498747" cy="3920503"/>
          </a:xfrm>
          <a:prstGeom prst="rect">
            <a:avLst/>
          </a:prstGeom>
        </p:spPr>
      </p:pic>
      <p:sp>
        <p:nvSpPr>
          <p:cNvPr id="5" name="CasellaDiTesto 4">
            <a:extLst>
              <a:ext uri="{FF2B5EF4-FFF2-40B4-BE49-F238E27FC236}">
                <a16:creationId xmlns:a16="http://schemas.microsoft.com/office/drawing/2014/main" id="{BED799B3-3C56-86AB-8C7F-8FEA6FC6EA35}"/>
              </a:ext>
            </a:extLst>
          </p:cNvPr>
          <p:cNvSpPr txBox="1"/>
          <p:nvPr/>
        </p:nvSpPr>
        <p:spPr>
          <a:xfrm>
            <a:off x="259579" y="299399"/>
            <a:ext cx="8624842" cy="400110"/>
          </a:xfrm>
          <a:prstGeom prst="rect">
            <a:avLst/>
          </a:prstGeom>
          <a:noFill/>
        </p:spPr>
        <p:txBody>
          <a:bodyPr wrap="square" rtlCol="0">
            <a:spAutoFit/>
          </a:bodyPr>
          <a:lstStyle/>
          <a:p>
            <a:pPr algn="ctr"/>
            <a:r>
              <a:rPr lang="it-IT" sz="2000" dirty="0" err="1">
                <a:latin typeface="Aptos Black" panose="020B0004020202020204" pitchFamily="34" charset="0"/>
                <a:ea typeface="Batang" panose="02030600000101010101" pitchFamily="18" charset="-127"/>
                <a:cs typeface="Kigelia Arabic" panose="020F0502020204030204" pitchFamily="34" charset="0"/>
                <a:sym typeface="Lekton"/>
              </a:rPr>
              <a:t>Emission</a:t>
            </a:r>
            <a:r>
              <a:rPr lang="it-IT" sz="2000" b="1" dirty="0">
                <a:latin typeface="Aptos Black" panose="020B0004020202020204" pitchFamily="34" charset="0"/>
                <a:ea typeface="Batang" panose="02030600000101010101" pitchFamily="18" charset="-127"/>
                <a:cs typeface="Kigelia Arabic" panose="020F0502020204030204" pitchFamily="34" charset="0"/>
                <a:sym typeface="Lekton"/>
              </a:rPr>
              <a:t> </a:t>
            </a:r>
            <a:r>
              <a:rPr lang="en-US" sz="2000" dirty="0">
                <a:latin typeface="Aptos Black" panose="020B0004020202020204" pitchFamily="34" charset="0"/>
              </a:rPr>
              <a:t>30% down since 1990: Europe’s climate journey toward 2030</a:t>
            </a:r>
            <a:endParaRPr lang="it-IT" sz="2000" b="1" dirty="0">
              <a:latin typeface="Aptos Black" panose="020B0004020202020204" pitchFamily="34" charset="0"/>
            </a:endParaRPr>
          </a:p>
        </p:txBody>
      </p:sp>
      <p:sp>
        <p:nvSpPr>
          <p:cNvPr id="7" name="CasellaDiTesto 6">
            <a:extLst>
              <a:ext uri="{FF2B5EF4-FFF2-40B4-BE49-F238E27FC236}">
                <a16:creationId xmlns:a16="http://schemas.microsoft.com/office/drawing/2014/main" id="{8799E6F1-CAEE-4B9A-A9D6-2F72B64A84F2}"/>
              </a:ext>
            </a:extLst>
          </p:cNvPr>
          <p:cNvSpPr txBox="1"/>
          <p:nvPr/>
        </p:nvSpPr>
        <p:spPr>
          <a:xfrm>
            <a:off x="5893582" y="1035651"/>
            <a:ext cx="2913923" cy="3477875"/>
          </a:xfrm>
          <a:prstGeom prst="rect">
            <a:avLst/>
          </a:prstGeom>
          <a:noFill/>
        </p:spPr>
        <p:txBody>
          <a:bodyPr wrap="square">
            <a:spAutoFit/>
          </a:bodyPr>
          <a:lstStyle/>
          <a:p>
            <a:pPr algn="r"/>
            <a:r>
              <a:rPr lang="en-US" sz="1100" dirty="0">
                <a:latin typeface="Aptos" panose="020B0004020202020204" pitchFamily="34" charset="0"/>
              </a:rPr>
              <a:t>The chart shows the trend of the </a:t>
            </a:r>
            <a:r>
              <a:rPr lang="en-US" sz="1100" b="1" dirty="0">
                <a:latin typeface="Aptos" panose="020B0004020202020204" pitchFamily="34" charset="0"/>
              </a:rPr>
              <a:t>EU/EEA Average Emissions Index</a:t>
            </a:r>
            <a:r>
              <a:rPr lang="en-US" sz="1100" dirty="0">
                <a:latin typeface="Aptos" panose="020B0004020202020204" pitchFamily="34" charset="0"/>
              </a:rPr>
              <a:t> since 1990, compared with the European climate goals: a </a:t>
            </a:r>
            <a:r>
              <a:rPr lang="en-US" sz="1100" b="1" dirty="0">
                <a:latin typeface="Aptos" panose="020B0004020202020204" pitchFamily="34" charset="0"/>
              </a:rPr>
              <a:t>55% reduction by 2030</a:t>
            </a:r>
            <a:r>
              <a:rPr lang="en-US" sz="1100" dirty="0">
                <a:latin typeface="Aptos" panose="020B0004020202020204" pitchFamily="34" charset="0"/>
              </a:rPr>
              <a:t> relative to 1990 levels and </a:t>
            </a:r>
            <a:r>
              <a:rPr lang="en-US" sz="1100" b="1" dirty="0">
                <a:latin typeface="Aptos" panose="020B0004020202020204" pitchFamily="34" charset="0"/>
              </a:rPr>
              <a:t>climate neutrality by 2050</a:t>
            </a:r>
            <a:r>
              <a:rPr lang="en-US" sz="1100" dirty="0">
                <a:latin typeface="Aptos" panose="020B0004020202020204" pitchFamily="34" charset="0"/>
              </a:rPr>
              <a:t>. The variability band highlights differences among countries, while the main line represents the European average.</a:t>
            </a:r>
          </a:p>
          <a:p>
            <a:pPr algn="r"/>
            <a:endParaRPr lang="en-US" sz="1100" dirty="0">
              <a:latin typeface="Aptos" panose="020B0004020202020204" pitchFamily="34" charset="0"/>
            </a:endParaRPr>
          </a:p>
          <a:p>
            <a:pPr algn="r"/>
            <a:r>
              <a:rPr lang="en-US" sz="1100" dirty="0">
                <a:latin typeface="Aptos" panose="020B0004020202020204" pitchFamily="34" charset="0"/>
              </a:rPr>
              <a:t>A generally decreasing trend is visible, though influenced by geopolitical and economic events. In particular, the </a:t>
            </a:r>
            <a:r>
              <a:rPr lang="en-US" sz="1100" b="1" dirty="0">
                <a:latin typeface="Aptos" panose="020B0004020202020204" pitchFamily="34" charset="0"/>
              </a:rPr>
              <a:t>2008 recession</a:t>
            </a:r>
            <a:r>
              <a:rPr lang="en-US" sz="1100" dirty="0">
                <a:latin typeface="Aptos" panose="020B0004020202020204" pitchFamily="34" charset="0"/>
              </a:rPr>
              <a:t> and the </a:t>
            </a:r>
            <a:r>
              <a:rPr lang="en-US" sz="1100" b="1" dirty="0">
                <a:latin typeface="Aptos" panose="020B0004020202020204" pitchFamily="34" charset="0"/>
              </a:rPr>
              <a:t>2020 pandemic</a:t>
            </a:r>
            <a:r>
              <a:rPr lang="en-US" sz="1100" dirty="0">
                <a:latin typeface="Aptos" panose="020B0004020202020204" pitchFamily="34" charset="0"/>
              </a:rPr>
              <a:t> caused temporary drops in emissions due to the contraction of economic activity.</a:t>
            </a:r>
          </a:p>
          <a:p>
            <a:pPr algn="r"/>
            <a:endParaRPr lang="en-US" sz="1100" dirty="0">
              <a:latin typeface="Aptos" panose="020B0004020202020204" pitchFamily="34" charset="0"/>
            </a:endParaRPr>
          </a:p>
          <a:p>
            <a:pPr algn="r"/>
            <a:r>
              <a:rPr lang="en-US" sz="1100" dirty="0">
                <a:latin typeface="Aptos" panose="020B0004020202020204" pitchFamily="34" charset="0"/>
              </a:rPr>
              <a:t>But this European average masks </a:t>
            </a:r>
            <a:r>
              <a:rPr lang="en-US" sz="1100" b="1" dirty="0">
                <a:latin typeface="Aptos" panose="020B0004020202020204" pitchFamily="34" charset="0"/>
              </a:rPr>
              <a:t>dramatic differences between nations</a:t>
            </a:r>
            <a:r>
              <a:rPr lang="en-US" sz="1100" dirty="0">
                <a:latin typeface="Aptos" panose="020B0004020202020204" pitchFamily="34" charset="0"/>
              </a:rPr>
              <a:t>—from climate leaders who've already exceeded targets to laggards still above 1990 levels.</a:t>
            </a:r>
          </a:p>
        </p:txBody>
      </p:sp>
      <p:sp>
        <p:nvSpPr>
          <p:cNvPr id="12" name="Ovale 11">
            <a:extLst>
              <a:ext uri="{FF2B5EF4-FFF2-40B4-BE49-F238E27FC236}">
                <a16:creationId xmlns:a16="http://schemas.microsoft.com/office/drawing/2014/main" id="{6A7A8F19-D077-0D0F-FEF2-89F539944848}"/>
              </a:ext>
            </a:extLst>
          </p:cNvPr>
          <p:cNvSpPr/>
          <p:nvPr/>
        </p:nvSpPr>
        <p:spPr>
          <a:xfrm>
            <a:off x="3575007" y="3056792"/>
            <a:ext cx="45719"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3" name="Ovale 12">
            <a:extLst>
              <a:ext uri="{FF2B5EF4-FFF2-40B4-BE49-F238E27FC236}">
                <a16:creationId xmlns:a16="http://schemas.microsoft.com/office/drawing/2014/main" id="{6915EB4C-9802-1060-8A15-55A2C449E450}"/>
              </a:ext>
            </a:extLst>
          </p:cNvPr>
          <p:cNvSpPr/>
          <p:nvPr/>
        </p:nvSpPr>
        <p:spPr>
          <a:xfrm>
            <a:off x="5110622" y="3360238"/>
            <a:ext cx="45719" cy="45719"/>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CasellaDiTesto 15">
            <a:extLst>
              <a:ext uri="{FF2B5EF4-FFF2-40B4-BE49-F238E27FC236}">
                <a16:creationId xmlns:a16="http://schemas.microsoft.com/office/drawing/2014/main" id="{9766117A-EC45-1AD7-D9EC-0AD5D2D83DEF}"/>
              </a:ext>
            </a:extLst>
          </p:cNvPr>
          <p:cNvSpPr txBox="1"/>
          <p:nvPr/>
        </p:nvSpPr>
        <p:spPr>
          <a:xfrm>
            <a:off x="3273707" y="3156286"/>
            <a:ext cx="639533" cy="200055"/>
          </a:xfrm>
          <a:prstGeom prst="rect">
            <a:avLst/>
          </a:prstGeom>
          <a:noFill/>
        </p:spPr>
        <p:txBody>
          <a:bodyPr wrap="square" rtlCol="0">
            <a:spAutoFit/>
          </a:bodyPr>
          <a:lstStyle/>
          <a:p>
            <a:pPr algn="ctr"/>
            <a:r>
              <a:rPr lang="it-IT" sz="700" dirty="0" err="1">
                <a:latin typeface="Consolas" panose="020B0609020204030204" pitchFamily="49" charset="0"/>
              </a:rPr>
              <a:t>Recession</a:t>
            </a:r>
            <a:endParaRPr lang="it-IT" sz="700" dirty="0">
              <a:latin typeface="Consolas" panose="020B0609020204030204" pitchFamily="49" charset="0"/>
            </a:endParaRPr>
          </a:p>
        </p:txBody>
      </p:sp>
      <p:sp>
        <p:nvSpPr>
          <p:cNvPr id="17" name="CasellaDiTesto 16">
            <a:extLst>
              <a:ext uri="{FF2B5EF4-FFF2-40B4-BE49-F238E27FC236}">
                <a16:creationId xmlns:a16="http://schemas.microsoft.com/office/drawing/2014/main" id="{BCF99CCF-0940-968D-D4A9-A47C201D66E2}"/>
              </a:ext>
            </a:extLst>
          </p:cNvPr>
          <p:cNvSpPr txBox="1"/>
          <p:nvPr/>
        </p:nvSpPr>
        <p:spPr>
          <a:xfrm>
            <a:off x="4838638" y="3458640"/>
            <a:ext cx="583155" cy="200055"/>
          </a:xfrm>
          <a:prstGeom prst="rect">
            <a:avLst/>
          </a:prstGeom>
          <a:noFill/>
        </p:spPr>
        <p:txBody>
          <a:bodyPr wrap="square" rtlCol="0">
            <a:spAutoFit/>
          </a:bodyPr>
          <a:lstStyle/>
          <a:p>
            <a:pPr algn="ctr"/>
            <a:r>
              <a:rPr lang="it-IT" sz="700" dirty="0">
                <a:latin typeface="Consolas" panose="020B0609020204030204" pitchFamily="49" charset="0"/>
              </a:rPr>
              <a:t>Pandemic</a:t>
            </a:r>
          </a:p>
        </p:txBody>
      </p:sp>
      <p:cxnSp>
        <p:nvCxnSpPr>
          <p:cNvPr id="19" name="Connettore diritto 18">
            <a:extLst>
              <a:ext uri="{FF2B5EF4-FFF2-40B4-BE49-F238E27FC236}">
                <a16:creationId xmlns:a16="http://schemas.microsoft.com/office/drawing/2014/main" id="{19810737-08B8-BE49-003D-2871DD96DF27}"/>
              </a:ext>
            </a:extLst>
          </p:cNvPr>
          <p:cNvCxnSpPr>
            <a:cxnSpLocks/>
          </p:cNvCxnSpPr>
          <p:nvPr/>
        </p:nvCxnSpPr>
        <p:spPr>
          <a:xfrm>
            <a:off x="3594252" y="3100911"/>
            <a:ext cx="0" cy="104398"/>
          </a:xfrm>
          <a:prstGeom prst="line">
            <a:avLst/>
          </a:prstGeom>
          <a:ln w="6350"/>
        </p:spPr>
        <p:style>
          <a:lnRef idx="1">
            <a:schemeClr val="dk1"/>
          </a:lnRef>
          <a:fillRef idx="0">
            <a:schemeClr val="dk1"/>
          </a:fillRef>
          <a:effectRef idx="0">
            <a:schemeClr val="dk1"/>
          </a:effectRef>
          <a:fontRef idx="minor">
            <a:schemeClr val="tx1"/>
          </a:fontRef>
        </p:style>
      </p:cxnSp>
      <p:cxnSp>
        <p:nvCxnSpPr>
          <p:cNvPr id="24" name="Connettore diritto 23">
            <a:extLst>
              <a:ext uri="{FF2B5EF4-FFF2-40B4-BE49-F238E27FC236}">
                <a16:creationId xmlns:a16="http://schemas.microsoft.com/office/drawing/2014/main" id="{33736EC6-4D6E-8425-86F3-DC9EEB266670}"/>
              </a:ext>
            </a:extLst>
          </p:cNvPr>
          <p:cNvCxnSpPr>
            <a:cxnSpLocks/>
          </p:cNvCxnSpPr>
          <p:nvPr/>
        </p:nvCxnSpPr>
        <p:spPr>
          <a:xfrm>
            <a:off x="5130938" y="3406374"/>
            <a:ext cx="0" cy="104398"/>
          </a:xfrm>
          <a:prstGeom prst="line">
            <a:avLst/>
          </a:prstGeom>
          <a:ln w="6350"/>
        </p:spPr>
        <p:style>
          <a:lnRef idx="1">
            <a:schemeClr val="dk1"/>
          </a:lnRef>
          <a:fillRef idx="0">
            <a:schemeClr val="dk1"/>
          </a:fillRef>
          <a:effectRef idx="0">
            <a:schemeClr val="dk1"/>
          </a:effectRef>
          <a:fontRef idx="minor">
            <a:schemeClr val="tx1"/>
          </a:fontRef>
        </p:style>
      </p:cxnSp>
      <p:pic>
        <p:nvPicPr>
          <p:cNvPr id="44" name="Immagine 43">
            <a:extLst>
              <a:ext uri="{FF2B5EF4-FFF2-40B4-BE49-F238E27FC236}">
                <a16:creationId xmlns:a16="http://schemas.microsoft.com/office/drawing/2014/main" id="{772565E7-0F32-A29D-ABCE-9CAFB786DF4A}"/>
              </a:ext>
            </a:extLst>
          </p:cNvPr>
          <p:cNvPicPr>
            <a:picLocks noChangeAspect="1"/>
          </p:cNvPicPr>
          <p:nvPr/>
        </p:nvPicPr>
        <p:blipFill>
          <a:blip r:embed="rId4"/>
          <a:srcRect l="72822" t="1583" r="1576" b="91196"/>
          <a:stretch>
            <a:fillRect/>
          </a:stretch>
        </p:blipFill>
        <p:spPr>
          <a:xfrm>
            <a:off x="4147318" y="1118851"/>
            <a:ext cx="1639601" cy="332262"/>
          </a:xfrm>
          <a:prstGeom prst="rect">
            <a:avLst/>
          </a:prstGeom>
        </p:spPr>
      </p:pic>
      <p:sp>
        <p:nvSpPr>
          <p:cNvPr id="46" name="CasellaDiTesto 45">
            <a:extLst>
              <a:ext uri="{FF2B5EF4-FFF2-40B4-BE49-F238E27FC236}">
                <a16:creationId xmlns:a16="http://schemas.microsoft.com/office/drawing/2014/main" id="{49F1A82B-5A4A-B225-2415-ABBD97C1B3A1}"/>
              </a:ext>
            </a:extLst>
          </p:cNvPr>
          <p:cNvSpPr txBox="1"/>
          <p:nvPr/>
        </p:nvSpPr>
        <p:spPr>
          <a:xfrm>
            <a:off x="4418659" y="3890328"/>
            <a:ext cx="1432121" cy="184666"/>
          </a:xfrm>
          <a:prstGeom prst="rect">
            <a:avLst/>
          </a:prstGeom>
          <a:noFill/>
        </p:spPr>
        <p:txBody>
          <a:bodyPr wrap="square" rtlCol="0">
            <a:spAutoFit/>
          </a:bodyPr>
          <a:lstStyle/>
          <a:p>
            <a:pPr algn="ctr"/>
            <a:r>
              <a:rPr lang="en-US" sz="600" dirty="0">
                <a:solidFill>
                  <a:srgbClr val="C00000"/>
                </a:solidFill>
                <a:latin typeface="Consolas" panose="020B0609020204030204" pitchFamily="49" charset="0"/>
              </a:rPr>
              <a:t>2030 Target: -55% (Index = 45)</a:t>
            </a:r>
          </a:p>
        </p:txBody>
      </p:sp>
      <p:sp>
        <p:nvSpPr>
          <p:cNvPr id="48" name="CasellaDiTesto 47">
            <a:extLst>
              <a:ext uri="{FF2B5EF4-FFF2-40B4-BE49-F238E27FC236}">
                <a16:creationId xmlns:a16="http://schemas.microsoft.com/office/drawing/2014/main" id="{8C27F894-25AB-4353-B954-D15ABF1E1DD9}"/>
              </a:ext>
            </a:extLst>
          </p:cNvPr>
          <p:cNvSpPr txBox="1"/>
          <p:nvPr/>
        </p:nvSpPr>
        <p:spPr>
          <a:xfrm>
            <a:off x="4547802" y="2841330"/>
            <a:ext cx="1304975" cy="246734"/>
          </a:xfrm>
          <a:prstGeom prst="rect">
            <a:avLst/>
          </a:prstGeom>
          <a:noFill/>
        </p:spPr>
        <p:txBody>
          <a:bodyPr wrap="square">
            <a:spAutoFit/>
          </a:bodyPr>
          <a:lstStyle/>
          <a:p>
            <a:pPr algn="ctr">
              <a:lnSpc>
                <a:spcPts val="1425"/>
              </a:lnSpc>
              <a:buNone/>
            </a:pPr>
            <a:r>
              <a:rPr lang="it-IT" sz="600" b="0" dirty="0">
                <a:solidFill>
                  <a:schemeClr val="bg1">
                    <a:lumMod val="50000"/>
                  </a:schemeClr>
                </a:solidFill>
                <a:effectLst/>
                <a:latin typeface="Consolas" panose="020B0609020204030204" pitchFamily="49" charset="0"/>
              </a:rPr>
              <a:t>1990 Baseline (Index = 100)</a:t>
            </a:r>
          </a:p>
        </p:txBody>
      </p:sp>
      <p:sp>
        <p:nvSpPr>
          <p:cNvPr id="3" name="CasellaDiTesto 2">
            <a:extLst>
              <a:ext uri="{FF2B5EF4-FFF2-40B4-BE49-F238E27FC236}">
                <a16:creationId xmlns:a16="http://schemas.microsoft.com/office/drawing/2014/main" id="{C762ECFC-C0E6-D081-81D2-0B89E459EF74}"/>
              </a:ext>
            </a:extLst>
          </p:cNvPr>
          <p:cNvSpPr txBox="1"/>
          <p:nvPr/>
        </p:nvSpPr>
        <p:spPr>
          <a:xfrm>
            <a:off x="288171" y="4907485"/>
            <a:ext cx="1903271" cy="200055"/>
          </a:xfrm>
          <a:prstGeom prst="rect">
            <a:avLst/>
          </a:prstGeom>
          <a:noFill/>
        </p:spPr>
        <p:txBody>
          <a:bodyPr wrap="square" rtlCol="0">
            <a:spAutoFit/>
          </a:bodyPr>
          <a:lstStyle/>
          <a:p>
            <a:r>
              <a:rPr lang="it-IT" sz="700" dirty="0">
                <a:solidFill>
                  <a:schemeClr val="bg1">
                    <a:lumMod val="50000"/>
                  </a:schemeClr>
                </a:solidFill>
                <a:latin typeface="Consolas" panose="020B0609020204030204" pitchFamily="49" charset="0"/>
              </a:rPr>
              <a:t>Made with </a:t>
            </a:r>
            <a:r>
              <a:rPr lang="it-IT" sz="700" dirty="0" err="1">
                <a:solidFill>
                  <a:schemeClr val="bg1">
                    <a:lumMod val="50000"/>
                  </a:schemeClr>
                </a:solidFill>
                <a:latin typeface="Consolas" panose="020B0609020204030204" pitchFamily="49" charset="0"/>
              </a:rPr>
              <a:t>Matplotlib</a:t>
            </a:r>
            <a:r>
              <a:rPr lang="it-IT" sz="700" dirty="0">
                <a:solidFill>
                  <a:schemeClr val="bg1">
                    <a:lumMod val="50000"/>
                  </a:schemeClr>
                </a:solidFill>
                <a:latin typeface="Consolas" panose="020B0609020204030204" pitchFamily="49" charset="0"/>
              </a:rPr>
              <a:t> – Python </a:t>
            </a:r>
          </a:p>
        </p:txBody>
      </p:sp>
    </p:spTree>
    <p:extLst>
      <p:ext uri="{BB962C8B-B14F-4D97-AF65-F5344CB8AC3E}">
        <p14:creationId xmlns:p14="http://schemas.microsoft.com/office/powerpoint/2010/main" val="529243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358AAE4-BE6F-723C-3CF6-5C78F729C894}"/>
            </a:ext>
          </a:extLst>
        </p:cNvPr>
        <p:cNvGrpSpPr/>
        <p:nvPr/>
      </p:nvGrpSpPr>
      <p:grpSpPr>
        <a:xfrm>
          <a:off x="0" y="0"/>
          <a:ext cx="0" cy="0"/>
          <a:chOff x="0" y="0"/>
          <a:chExt cx="0" cy="0"/>
        </a:xfrm>
      </p:grpSpPr>
      <p:pic>
        <p:nvPicPr>
          <p:cNvPr id="3" name="Immagine 2">
            <a:extLst>
              <a:ext uri="{FF2B5EF4-FFF2-40B4-BE49-F238E27FC236}">
                <a16:creationId xmlns:a16="http://schemas.microsoft.com/office/drawing/2014/main" id="{F7D7382D-E48B-7C4F-3751-86FE471EA278}"/>
              </a:ext>
            </a:extLst>
          </p:cNvPr>
          <p:cNvPicPr>
            <a:picLocks noChangeAspect="1"/>
          </p:cNvPicPr>
          <p:nvPr/>
        </p:nvPicPr>
        <p:blipFill>
          <a:blip r:embed="rId3"/>
          <a:stretch>
            <a:fillRect/>
          </a:stretch>
        </p:blipFill>
        <p:spPr>
          <a:xfrm>
            <a:off x="364403" y="628765"/>
            <a:ext cx="2089841" cy="1943250"/>
          </a:xfrm>
          <a:prstGeom prst="rect">
            <a:avLst/>
          </a:prstGeom>
        </p:spPr>
      </p:pic>
      <p:pic>
        <p:nvPicPr>
          <p:cNvPr id="7" name="Immagine 6">
            <a:extLst>
              <a:ext uri="{FF2B5EF4-FFF2-40B4-BE49-F238E27FC236}">
                <a16:creationId xmlns:a16="http://schemas.microsoft.com/office/drawing/2014/main" id="{2D72FB36-BCA7-7117-9C7A-223D0362C71B}"/>
              </a:ext>
            </a:extLst>
          </p:cNvPr>
          <p:cNvPicPr>
            <a:picLocks noChangeAspect="1"/>
          </p:cNvPicPr>
          <p:nvPr/>
        </p:nvPicPr>
        <p:blipFill>
          <a:blip r:embed="rId4"/>
          <a:stretch>
            <a:fillRect/>
          </a:stretch>
        </p:blipFill>
        <p:spPr>
          <a:xfrm>
            <a:off x="336489" y="2998741"/>
            <a:ext cx="2117752" cy="1950760"/>
          </a:xfrm>
          <a:prstGeom prst="rect">
            <a:avLst/>
          </a:prstGeom>
        </p:spPr>
      </p:pic>
      <p:sp>
        <p:nvSpPr>
          <p:cNvPr id="9" name="CasellaDiTesto 8">
            <a:extLst>
              <a:ext uri="{FF2B5EF4-FFF2-40B4-BE49-F238E27FC236}">
                <a16:creationId xmlns:a16="http://schemas.microsoft.com/office/drawing/2014/main" id="{08D75773-989D-0290-E56E-FCE5DEB8BE7E}"/>
              </a:ext>
            </a:extLst>
          </p:cNvPr>
          <p:cNvSpPr txBox="1"/>
          <p:nvPr/>
        </p:nvSpPr>
        <p:spPr>
          <a:xfrm>
            <a:off x="2922377" y="1306331"/>
            <a:ext cx="5885127" cy="3647152"/>
          </a:xfrm>
          <a:prstGeom prst="rect">
            <a:avLst/>
          </a:prstGeom>
          <a:noFill/>
        </p:spPr>
        <p:txBody>
          <a:bodyPr wrap="square" rtlCol="0">
            <a:spAutoFit/>
          </a:bodyPr>
          <a:lstStyle/>
          <a:p>
            <a:endParaRPr lang="en-US" sz="1100" dirty="0">
              <a:latin typeface="Aptos" panose="020B0004020202020204" pitchFamily="34" charset="0"/>
            </a:endParaRPr>
          </a:p>
          <a:p>
            <a:r>
              <a:rPr lang="en-US" sz="1100" dirty="0">
                <a:latin typeface="Aptos" panose="020B0004020202020204" pitchFamily="34" charset="0"/>
              </a:rPr>
              <a:t>In </a:t>
            </a:r>
            <a:r>
              <a:rPr lang="en-US" sz="1100" b="1" dirty="0">
                <a:latin typeface="Aptos" panose="020B0004020202020204" pitchFamily="34" charset="0"/>
              </a:rPr>
              <a:t>2023</a:t>
            </a:r>
            <a:r>
              <a:rPr lang="en-US" sz="1100" dirty="0">
                <a:latin typeface="Aptos" panose="020B0004020202020204" pitchFamily="34" charset="0"/>
              </a:rPr>
              <a:t>, only </a:t>
            </a:r>
            <a:r>
              <a:rPr lang="en-US" sz="1100" b="1" dirty="0">
                <a:latin typeface="Aptos" panose="020B0004020202020204" pitchFamily="34" charset="0"/>
              </a:rPr>
              <a:t>two countries - Cyprus</a:t>
            </a:r>
            <a:r>
              <a:rPr lang="en-US" sz="1100" dirty="0">
                <a:latin typeface="Aptos" panose="020B0004020202020204" pitchFamily="34" charset="0"/>
              </a:rPr>
              <a:t> and </a:t>
            </a:r>
            <a:r>
              <a:rPr lang="en-US" sz="1100" b="1" dirty="0">
                <a:latin typeface="Aptos" panose="020B0004020202020204" pitchFamily="34" charset="0"/>
              </a:rPr>
              <a:t>Iceland - </a:t>
            </a:r>
            <a:r>
              <a:rPr lang="en-US" sz="1100" dirty="0">
                <a:latin typeface="Aptos" panose="020B0004020202020204" pitchFamily="34" charset="0"/>
              </a:rPr>
              <a:t>record greenhouse gas emission levels that are </a:t>
            </a:r>
            <a:r>
              <a:rPr lang="en-US" sz="1100" b="1" dirty="0">
                <a:latin typeface="Aptos" panose="020B0004020202020204" pitchFamily="34" charset="0"/>
              </a:rPr>
              <a:t>higher than their 1990 values</a:t>
            </a:r>
            <a:r>
              <a:rPr lang="en-US" sz="1100" dirty="0">
                <a:latin typeface="Aptos" panose="020B0004020202020204" pitchFamily="34" charset="0"/>
              </a:rPr>
              <a:t>. This indicates that, unlike the rest of Europe, these countries have not yet begun a sustained downward trajectory in total emissions, and in fact show a long-term growth trend.</a:t>
            </a:r>
          </a:p>
          <a:p>
            <a:r>
              <a:rPr lang="en-US" sz="1100" dirty="0">
                <a:latin typeface="Aptos" panose="020B0004020202020204" pitchFamily="34" charset="0"/>
              </a:rPr>
              <a:t>By contrast, </a:t>
            </a:r>
            <a:r>
              <a:rPr lang="en-US" sz="1100" b="1" dirty="0">
                <a:latin typeface="Aptos" panose="020B0004020202020204" pitchFamily="34" charset="0"/>
              </a:rPr>
              <a:t>four countries</a:t>
            </a:r>
            <a:r>
              <a:rPr lang="en-US" sz="1100" dirty="0">
                <a:latin typeface="Aptos" panose="020B0004020202020204" pitchFamily="34" charset="0"/>
              </a:rPr>
              <a:t>—</a:t>
            </a:r>
            <a:r>
              <a:rPr lang="en-US" sz="1100" b="1" dirty="0">
                <a:latin typeface="Aptos" panose="020B0004020202020204" pitchFamily="34" charset="0"/>
              </a:rPr>
              <a:t>Romania, Latvia, Lithuania, and Estonia</a:t>
            </a:r>
            <a:r>
              <a:rPr lang="en-US" sz="1100" dirty="0">
                <a:latin typeface="Aptos" panose="020B0004020202020204" pitchFamily="34" charset="0"/>
              </a:rPr>
              <a:t>—have already </a:t>
            </a:r>
            <a:r>
              <a:rPr lang="en-US" sz="1100" b="1" dirty="0">
                <a:latin typeface="Aptos" panose="020B0004020202020204" pitchFamily="34" charset="0"/>
              </a:rPr>
              <a:t>surpassed the 2030 target</a:t>
            </a:r>
            <a:r>
              <a:rPr lang="en-US" sz="1100" dirty="0">
                <a:latin typeface="Aptos" panose="020B0004020202020204" pitchFamily="34" charset="0"/>
              </a:rPr>
              <a:t> of reducing emissions by </a:t>
            </a:r>
            <a:r>
              <a:rPr lang="en-US" sz="1100" b="1" dirty="0">
                <a:latin typeface="Aptos" panose="020B0004020202020204" pitchFamily="34" charset="0"/>
              </a:rPr>
              <a:t>55% compared to 1990</a:t>
            </a:r>
            <a:r>
              <a:rPr lang="en-US" sz="1100" dirty="0">
                <a:latin typeface="Aptos" panose="020B0004020202020204" pitchFamily="34" charset="0"/>
              </a:rPr>
              <a:t>. These nations stand out as clear leaders in decarbonization, having achieved significant structural shifts in their energy systems, industrial profiles, or demographic patterns that have contributed to deep reductions in emissions.</a:t>
            </a:r>
          </a:p>
          <a:p>
            <a:endParaRPr lang="en-US" sz="1100" dirty="0">
              <a:latin typeface="Aptos" panose="020B0004020202020204" pitchFamily="34" charset="0"/>
            </a:endParaRPr>
          </a:p>
          <a:p>
            <a:r>
              <a:rPr lang="en-US" sz="1100" dirty="0">
                <a:latin typeface="Aptos" panose="020B0004020202020204" pitchFamily="34" charset="0"/>
              </a:rPr>
              <a:t>The remaining countries fall within a broad intermediate band, this suggests a fairly even distribution: while several countries are approaching the target, many still display only moderate progress, and a few remain considerably above the desired trajectory.</a:t>
            </a:r>
          </a:p>
          <a:p>
            <a:endParaRPr lang="en-US" sz="1100" dirty="0">
              <a:latin typeface="Aptos" panose="020B0004020202020204" pitchFamily="34" charset="0"/>
            </a:endParaRPr>
          </a:p>
          <a:p>
            <a:r>
              <a:rPr lang="en-US" sz="1100" dirty="0">
                <a:latin typeface="Aptos" panose="020B0004020202020204" pitchFamily="34" charset="0"/>
              </a:rPr>
              <a:t>Given that only </a:t>
            </a:r>
            <a:r>
              <a:rPr lang="en-US" sz="1100" b="1" dirty="0">
                <a:latin typeface="Aptos" panose="020B0004020202020204" pitchFamily="34" charset="0"/>
              </a:rPr>
              <a:t>seven years</a:t>
            </a:r>
            <a:r>
              <a:rPr lang="en-US" sz="1100" dirty="0">
                <a:latin typeface="Aptos" panose="020B0004020202020204" pitchFamily="34" charset="0"/>
              </a:rPr>
              <a:t> </a:t>
            </a:r>
            <a:r>
              <a:rPr lang="en-US" sz="1100" b="1" dirty="0">
                <a:latin typeface="Aptos" panose="020B0004020202020204" pitchFamily="34" charset="0"/>
              </a:rPr>
              <a:t>remain until 2030</a:t>
            </a:r>
            <a:r>
              <a:rPr lang="en-US" sz="1100" dirty="0">
                <a:latin typeface="Aptos" panose="020B0004020202020204" pitchFamily="34" charset="0"/>
              </a:rPr>
              <a:t>, the window for corrective action is narrowing. If the current reduction trends persist without substantial acceleration, the </a:t>
            </a:r>
            <a:r>
              <a:rPr lang="en-US" sz="1100" b="1" dirty="0">
                <a:latin typeface="Aptos" panose="020B0004020202020204" pitchFamily="34" charset="0"/>
              </a:rPr>
              <a:t>European average index is unlikely to reach 45</a:t>
            </a:r>
            <a:r>
              <a:rPr lang="en-US" sz="1100" dirty="0">
                <a:latin typeface="Aptos" panose="020B0004020202020204" pitchFamily="34" charset="0"/>
              </a:rPr>
              <a:t>, the threshold corresponding to the required </a:t>
            </a:r>
            <a:r>
              <a:rPr lang="en-US" sz="1100" b="1" dirty="0">
                <a:latin typeface="Aptos" panose="020B0004020202020204" pitchFamily="34" charset="0"/>
              </a:rPr>
              <a:t>55% reduction</a:t>
            </a:r>
            <a:r>
              <a:rPr lang="en-US" sz="1100" dirty="0">
                <a:latin typeface="Aptos" panose="020B0004020202020204" pitchFamily="34" charset="0"/>
              </a:rPr>
              <a:t>. Meeting the target will therefore require intensified efforts, including stronger policy measures, accelerated deployment of renewable energy, improved energy efficiency, and deeper structural transitions in high-emission sectors.</a:t>
            </a:r>
            <a:endParaRPr lang="it-IT" sz="1100" dirty="0">
              <a:latin typeface="Aptos" panose="020B0004020202020204" pitchFamily="34" charset="0"/>
            </a:endParaRPr>
          </a:p>
        </p:txBody>
      </p:sp>
      <p:sp>
        <p:nvSpPr>
          <p:cNvPr id="19" name="CasellaDiTesto 18">
            <a:extLst>
              <a:ext uri="{FF2B5EF4-FFF2-40B4-BE49-F238E27FC236}">
                <a16:creationId xmlns:a16="http://schemas.microsoft.com/office/drawing/2014/main" id="{95386915-9ED4-A4C5-295D-1B63B47E9833}"/>
              </a:ext>
            </a:extLst>
          </p:cNvPr>
          <p:cNvSpPr txBox="1"/>
          <p:nvPr/>
        </p:nvSpPr>
        <p:spPr>
          <a:xfrm>
            <a:off x="2922377" y="307926"/>
            <a:ext cx="5885127" cy="1015663"/>
          </a:xfrm>
          <a:prstGeom prst="rect">
            <a:avLst/>
          </a:prstGeom>
          <a:noFill/>
        </p:spPr>
        <p:txBody>
          <a:bodyPr wrap="square" rtlCol="0">
            <a:spAutoFit/>
          </a:bodyPr>
          <a:lstStyle/>
          <a:p>
            <a:pPr lvl="0" eaLnBrk="0" fontAlgn="base" hangingPunct="0">
              <a:spcBef>
                <a:spcPct val="0"/>
              </a:spcBef>
              <a:spcAft>
                <a:spcPct val="0"/>
              </a:spcAft>
              <a:buClrTx/>
            </a:pPr>
            <a:r>
              <a:rPr lang="it-IT" altLang="it-IT" sz="2000" b="1" dirty="0" err="1">
                <a:solidFill>
                  <a:schemeClr val="tx1"/>
                </a:solidFill>
                <a:latin typeface="Aptos Black" panose="020B0004020202020204" pitchFamily="34" charset="0"/>
              </a:rPr>
              <a:t>Is</a:t>
            </a:r>
            <a:r>
              <a:rPr lang="it-IT" altLang="it-IT" sz="2000" b="1" dirty="0">
                <a:solidFill>
                  <a:schemeClr val="tx1"/>
                </a:solidFill>
                <a:latin typeface="Aptos Black" panose="020B0004020202020204" pitchFamily="34" charset="0"/>
              </a:rPr>
              <a:t> Europe on track to </a:t>
            </a:r>
            <a:r>
              <a:rPr lang="it-IT" altLang="it-IT" sz="2000" b="1" dirty="0" err="1">
                <a:solidFill>
                  <a:schemeClr val="tx1"/>
                </a:solidFill>
                <a:latin typeface="Aptos Black" panose="020B0004020202020204" pitchFamily="34" charset="0"/>
              </a:rPr>
              <a:t>meet</a:t>
            </a:r>
            <a:r>
              <a:rPr lang="it-IT" altLang="it-IT" sz="2000" b="1" dirty="0">
                <a:solidFill>
                  <a:schemeClr val="tx1"/>
                </a:solidFill>
                <a:latin typeface="Aptos Black" panose="020B0004020202020204" pitchFamily="34" charset="0"/>
              </a:rPr>
              <a:t> the 2030 target of </a:t>
            </a:r>
            <a:r>
              <a:rPr lang="it-IT" altLang="it-IT" sz="2000" b="1" dirty="0" err="1">
                <a:solidFill>
                  <a:schemeClr val="tx1"/>
                </a:solidFill>
                <a:latin typeface="Aptos Black" panose="020B0004020202020204" pitchFamily="34" charset="0"/>
              </a:rPr>
              <a:t>reducing</a:t>
            </a:r>
            <a:r>
              <a:rPr lang="it-IT" altLang="it-IT" sz="2000" b="1" dirty="0">
                <a:solidFill>
                  <a:schemeClr val="tx1"/>
                </a:solidFill>
                <a:latin typeface="Aptos Black" panose="020B0004020202020204" pitchFamily="34" charset="0"/>
              </a:rPr>
              <a:t> </a:t>
            </a:r>
            <a:r>
              <a:rPr lang="it-IT" altLang="it-IT" sz="2000" b="1" dirty="0" err="1">
                <a:solidFill>
                  <a:schemeClr val="tx1"/>
                </a:solidFill>
                <a:latin typeface="Aptos Black" panose="020B0004020202020204" pitchFamily="34" charset="0"/>
              </a:rPr>
              <a:t>total</a:t>
            </a:r>
            <a:r>
              <a:rPr lang="it-IT" altLang="it-IT" sz="2000" b="1" dirty="0">
                <a:solidFill>
                  <a:schemeClr val="tx1"/>
                </a:solidFill>
                <a:latin typeface="Aptos Black" panose="020B0004020202020204" pitchFamily="34" charset="0"/>
              </a:rPr>
              <a:t> </a:t>
            </a:r>
            <a:r>
              <a:rPr lang="it-IT" altLang="it-IT" sz="2000" b="1" dirty="0" err="1">
                <a:solidFill>
                  <a:schemeClr val="tx1"/>
                </a:solidFill>
                <a:latin typeface="Aptos Black" panose="020B0004020202020204" pitchFamily="34" charset="0"/>
              </a:rPr>
              <a:t>greenhouse</a:t>
            </a:r>
            <a:r>
              <a:rPr lang="it-IT" altLang="it-IT" sz="2000" b="1" dirty="0">
                <a:solidFill>
                  <a:schemeClr val="tx1"/>
                </a:solidFill>
                <a:latin typeface="Aptos Black" panose="020B0004020202020204" pitchFamily="34" charset="0"/>
              </a:rPr>
              <a:t> gas </a:t>
            </a:r>
            <a:r>
              <a:rPr lang="it-IT" altLang="it-IT" sz="2000" b="1" dirty="0" err="1">
                <a:solidFill>
                  <a:schemeClr val="tx1"/>
                </a:solidFill>
                <a:latin typeface="Aptos Black" panose="020B0004020202020204" pitchFamily="34" charset="0"/>
              </a:rPr>
              <a:t>emissions</a:t>
            </a:r>
            <a:r>
              <a:rPr lang="it-IT" altLang="it-IT" sz="2000" b="1" dirty="0">
                <a:solidFill>
                  <a:schemeClr val="tx1"/>
                </a:solidFill>
                <a:latin typeface="Aptos Black" panose="020B0004020202020204" pitchFamily="34" charset="0"/>
              </a:rPr>
              <a:t> by 55% </a:t>
            </a:r>
            <a:r>
              <a:rPr lang="it-IT" altLang="it-IT" sz="2000" b="1" dirty="0" err="1">
                <a:solidFill>
                  <a:schemeClr val="tx1"/>
                </a:solidFill>
                <a:latin typeface="Aptos Black" panose="020B0004020202020204" pitchFamily="34" charset="0"/>
              </a:rPr>
              <a:t>compared</a:t>
            </a:r>
            <a:r>
              <a:rPr lang="it-IT" altLang="it-IT" sz="2000" b="1" dirty="0">
                <a:solidFill>
                  <a:schemeClr val="tx1"/>
                </a:solidFill>
                <a:latin typeface="Aptos Black" panose="020B0004020202020204" pitchFamily="34" charset="0"/>
              </a:rPr>
              <a:t> to 1990 </a:t>
            </a:r>
            <a:r>
              <a:rPr lang="it-IT" altLang="it-IT" sz="2000" b="1" dirty="0" err="1">
                <a:solidFill>
                  <a:schemeClr val="tx1"/>
                </a:solidFill>
                <a:latin typeface="Aptos Black" panose="020B0004020202020204" pitchFamily="34" charset="0"/>
              </a:rPr>
              <a:t>levels</a:t>
            </a:r>
            <a:r>
              <a:rPr lang="it-IT" altLang="it-IT" sz="2000" b="1" dirty="0">
                <a:solidFill>
                  <a:schemeClr val="tx1"/>
                </a:solidFill>
                <a:latin typeface="Aptos Black" panose="020B0004020202020204" pitchFamily="34" charset="0"/>
              </a:rPr>
              <a:t>?</a:t>
            </a:r>
          </a:p>
        </p:txBody>
      </p:sp>
      <p:sp>
        <p:nvSpPr>
          <p:cNvPr id="22" name="CasellaDiTesto 21">
            <a:extLst>
              <a:ext uri="{FF2B5EF4-FFF2-40B4-BE49-F238E27FC236}">
                <a16:creationId xmlns:a16="http://schemas.microsoft.com/office/drawing/2014/main" id="{1FBD8EF9-184A-7AE1-B09E-7DB2E6525F89}"/>
              </a:ext>
            </a:extLst>
          </p:cNvPr>
          <p:cNvSpPr txBox="1"/>
          <p:nvPr/>
        </p:nvSpPr>
        <p:spPr>
          <a:xfrm>
            <a:off x="336488" y="307926"/>
            <a:ext cx="2469413" cy="276999"/>
          </a:xfrm>
          <a:prstGeom prst="rect">
            <a:avLst/>
          </a:prstGeom>
          <a:noFill/>
        </p:spPr>
        <p:txBody>
          <a:bodyPr wrap="square" rtlCol="0">
            <a:spAutoFit/>
          </a:bodyPr>
          <a:lstStyle/>
          <a:p>
            <a:r>
              <a:rPr lang="it-IT" sz="1200" b="1" dirty="0" err="1">
                <a:latin typeface="Aptos" panose="020B0004020202020204" pitchFamily="34" charset="0"/>
              </a:rPr>
              <a:t>Worst</a:t>
            </a:r>
            <a:r>
              <a:rPr lang="it-IT" sz="1200" b="1" dirty="0">
                <a:latin typeface="Aptos" panose="020B0004020202020204" pitchFamily="34" charset="0"/>
              </a:rPr>
              <a:t> </a:t>
            </a:r>
            <a:r>
              <a:rPr lang="it-IT" sz="1200" b="1" dirty="0" err="1">
                <a:latin typeface="Aptos" panose="020B0004020202020204" pitchFamily="34" charset="0"/>
              </a:rPr>
              <a:t>Emission</a:t>
            </a:r>
            <a:r>
              <a:rPr lang="it-IT" sz="1200" b="1" dirty="0">
                <a:latin typeface="Aptos" panose="020B0004020202020204" pitchFamily="34" charset="0"/>
              </a:rPr>
              <a:t> index in 2023</a:t>
            </a:r>
          </a:p>
        </p:txBody>
      </p:sp>
      <p:sp>
        <p:nvSpPr>
          <p:cNvPr id="23" name="CasellaDiTesto 22">
            <a:extLst>
              <a:ext uri="{FF2B5EF4-FFF2-40B4-BE49-F238E27FC236}">
                <a16:creationId xmlns:a16="http://schemas.microsoft.com/office/drawing/2014/main" id="{07449CC4-08E3-A852-E2C9-2BD1F8545A90}"/>
              </a:ext>
            </a:extLst>
          </p:cNvPr>
          <p:cNvSpPr txBox="1"/>
          <p:nvPr/>
        </p:nvSpPr>
        <p:spPr>
          <a:xfrm>
            <a:off x="336489" y="2685167"/>
            <a:ext cx="2114681" cy="276999"/>
          </a:xfrm>
          <a:prstGeom prst="rect">
            <a:avLst/>
          </a:prstGeom>
          <a:noFill/>
        </p:spPr>
        <p:txBody>
          <a:bodyPr wrap="none" rtlCol="0">
            <a:spAutoFit/>
          </a:bodyPr>
          <a:lstStyle/>
          <a:p>
            <a:r>
              <a:rPr lang="it-IT" sz="1200" b="1" dirty="0">
                <a:latin typeface="Aptos" panose="020B0004020202020204" pitchFamily="34" charset="0"/>
              </a:rPr>
              <a:t>Best </a:t>
            </a:r>
            <a:r>
              <a:rPr lang="it-IT" sz="1200" b="1" dirty="0" err="1">
                <a:latin typeface="Aptos" panose="020B0004020202020204" pitchFamily="34" charset="0"/>
              </a:rPr>
              <a:t>Emission</a:t>
            </a:r>
            <a:r>
              <a:rPr lang="it-IT" sz="1200" b="1" dirty="0">
                <a:latin typeface="Aptos" panose="020B0004020202020204" pitchFamily="34" charset="0"/>
              </a:rPr>
              <a:t> index in 2023</a:t>
            </a:r>
          </a:p>
        </p:txBody>
      </p:sp>
      <p:pic>
        <p:nvPicPr>
          <p:cNvPr id="28" name="Immagine 27">
            <a:extLst>
              <a:ext uri="{FF2B5EF4-FFF2-40B4-BE49-F238E27FC236}">
                <a16:creationId xmlns:a16="http://schemas.microsoft.com/office/drawing/2014/main" id="{8A956214-3A31-E31C-3177-65F76621ED2B}"/>
              </a:ext>
            </a:extLst>
          </p:cNvPr>
          <p:cNvPicPr>
            <a:picLocks noChangeAspect="1"/>
          </p:cNvPicPr>
          <p:nvPr/>
        </p:nvPicPr>
        <p:blipFill>
          <a:blip r:embed="rId5"/>
          <a:stretch>
            <a:fillRect/>
          </a:stretch>
        </p:blipFill>
        <p:spPr>
          <a:xfrm>
            <a:off x="1702073" y="2109406"/>
            <a:ext cx="688183" cy="167222"/>
          </a:xfrm>
          <a:prstGeom prst="rect">
            <a:avLst/>
          </a:prstGeom>
        </p:spPr>
      </p:pic>
      <p:pic>
        <p:nvPicPr>
          <p:cNvPr id="34" name="Immagine 33">
            <a:extLst>
              <a:ext uri="{FF2B5EF4-FFF2-40B4-BE49-F238E27FC236}">
                <a16:creationId xmlns:a16="http://schemas.microsoft.com/office/drawing/2014/main" id="{85A07201-0DEA-9FFC-A7F6-DA91DE0046E2}"/>
              </a:ext>
            </a:extLst>
          </p:cNvPr>
          <p:cNvPicPr>
            <a:picLocks noChangeAspect="1"/>
          </p:cNvPicPr>
          <p:nvPr/>
        </p:nvPicPr>
        <p:blipFill>
          <a:blip r:embed="rId6"/>
          <a:stretch>
            <a:fillRect/>
          </a:stretch>
        </p:blipFill>
        <p:spPr>
          <a:xfrm>
            <a:off x="350446" y="2998741"/>
            <a:ext cx="2089838" cy="1945186"/>
          </a:xfrm>
          <a:prstGeom prst="rect">
            <a:avLst/>
          </a:prstGeom>
        </p:spPr>
      </p:pic>
      <p:pic>
        <p:nvPicPr>
          <p:cNvPr id="32" name="Immagine 31">
            <a:extLst>
              <a:ext uri="{FF2B5EF4-FFF2-40B4-BE49-F238E27FC236}">
                <a16:creationId xmlns:a16="http://schemas.microsoft.com/office/drawing/2014/main" id="{E184E64B-0DFA-B910-074A-9C1E60BE6F9F}"/>
              </a:ext>
            </a:extLst>
          </p:cNvPr>
          <p:cNvPicPr>
            <a:picLocks noChangeAspect="1"/>
          </p:cNvPicPr>
          <p:nvPr/>
        </p:nvPicPr>
        <p:blipFill>
          <a:blip r:embed="rId5"/>
          <a:stretch>
            <a:fillRect/>
          </a:stretch>
        </p:blipFill>
        <p:spPr>
          <a:xfrm>
            <a:off x="1702072" y="4491836"/>
            <a:ext cx="688183" cy="167222"/>
          </a:xfrm>
          <a:prstGeom prst="rect">
            <a:avLst/>
          </a:prstGeom>
        </p:spPr>
      </p:pic>
      <p:sp>
        <p:nvSpPr>
          <p:cNvPr id="4" name="CasellaDiTesto 3">
            <a:extLst>
              <a:ext uri="{FF2B5EF4-FFF2-40B4-BE49-F238E27FC236}">
                <a16:creationId xmlns:a16="http://schemas.microsoft.com/office/drawing/2014/main" id="{936ED772-0C9B-0DF5-C1B5-6655424A208B}"/>
              </a:ext>
            </a:extLst>
          </p:cNvPr>
          <p:cNvSpPr txBox="1"/>
          <p:nvPr/>
        </p:nvSpPr>
        <p:spPr>
          <a:xfrm>
            <a:off x="280511" y="4943445"/>
            <a:ext cx="1903271" cy="200055"/>
          </a:xfrm>
          <a:prstGeom prst="rect">
            <a:avLst/>
          </a:prstGeom>
          <a:noFill/>
        </p:spPr>
        <p:txBody>
          <a:bodyPr wrap="square" rtlCol="0">
            <a:spAutoFit/>
          </a:bodyPr>
          <a:lstStyle/>
          <a:p>
            <a:r>
              <a:rPr lang="it-IT" sz="700" dirty="0">
                <a:solidFill>
                  <a:schemeClr val="bg1">
                    <a:lumMod val="50000"/>
                  </a:schemeClr>
                </a:solidFill>
                <a:latin typeface="Consolas" panose="020B0609020204030204" pitchFamily="49" charset="0"/>
              </a:rPr>
              <a:t>Made with </a:t>
            </a:r>
            <a:r>
              <a:rPr lang="it-IT" sz="700" dirty="0" err="1">
                <a:solidFill>
                  <a:schemeClr val="bg1">
                    <a:lumMod val="50000"/>
                  </a:schemeClr>
                </a:solidFill>
                <a:latin typeface="Consolas" panose="020B0609020204030204" pitchFamily="49" charset="0"/>
              </a:rPr>
              <a:t>Matplotlib</a:t>
            </a:r>
            <a:r>
              <a:rPr lang="it-IT" sz="700" dirty="0">
                <a:solidFill>
                  <a:schemeClr val="bg1">
                    <a:lumMod val="50000"/>
                  </a:schemeClr>
                </a:solidFill>
                <a:latin typeface="Consolas" panose="020B0609020204030204" pitchFamily="49" charset="0"/>
              </a:rPr>
              <a:t> – Python </a:t>
            </a:r>
          </a:p>
        </p:txBody>
      </p:sp>
    </p:spTree>
    <p:extLst>
      <p:ext uri="{BB962C8B-B14F-4D97-AF65-F5344CB8AC3E}">
        <p14:creationId xmlns:p14="http://schemas.microsoft.com/office/powerpoint/2010/main" val="3506851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9DCC9CAC-5D68-3BFB-114D-ED6B99F023A4}"/>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78CAFC8E-38BC-BD08-9690-3A061002DCF7}"/>
              </a:ext>
            </a:extLst>
          </p:cNvPr>
          <p:cNvSpPr txBox="1"/>
          <p:nvPr/>
        </p:nvSpPr>
        <p:spPr>
          <a:xfrm>
            <a:off x="336491" y="1026544"/>
            <a:ext cx="8468748" cy="1277273"/>
          </a:xfrm>
          <a:prstGeom prst="rect">
            <a:avLst/>
          </a:prstGeom>
          <a:noFill/>
        </p:spPr>
        <p:txBody>
          <a:bodyPr wrap="square" rtlCol="0">
            <a:spAutoFit/>
          </a:bodyPr>
          <a:lstStyle/>
          <a:p>
            <a:r>
              <a:rPr lang="en-US" sz="1100" dirty="0">
                <a:latin typeface="Aptos" panose="020B0004020202020204" pitchFamily="34" charset="0"/>
              </a:rPr>
              <a:t>The graph shows a </a:t>
            </a:r>
            <a:r>
              <a:rPr lang="en-US" sz="1100" b="1" dirty="0">
                <a:latin typeface="Aptos" panose="020B0004020202020204" pitchFamily="34" charset="0"/>
              </a:rPr>
              <a:t>significant reductions in per capita emissions across all European countries </a:t>
            </a:r>
            <a:r>
              <a:rPr lang="en-US" sz="1100" dirty="0">
                <a:latin typeface="Aptos" panose="020B0004020202020204" pitchFamily="34" charset="0"/>
              </a:rPr>
              <a:t>between 1990 and 2023, but this data must be interpreted considering demographic variations. Per capita emissions represent </a:t>
            </a:r>
            <a:r>
              <a:rPr lang="en-US" sz="1100" b="1" dirty="0">
                <a:latin typeface="Aptos" panose="020B0004020202020204" pitchFamily="34" charset="0"/>
              </a:rPr>
              <a:t>the ratio between total emissions and population</a:t>
            </a:r>
            <a:r>
              <a:rPr lang="en-US" sz="1100" dirty="0">
                <a:latin typeface="Aptos" panose="020B0004020202020204" pitchFamily="34" charset="0"/>
              </a:rPr>
              <a:t>. Demographic decline amplifies per capita reductions even with moderate decreases in absolute emissions, while population growth can mask real progress in decarbonization.</a:t>
            </a:r>
          </a:p>
          <a:p>
            <a:r>
              <a:rPr lang="en-US" sz="1100" dirty="0">
                <a:latin typeface="Aptos" panose="020B0004020202020204" pitchFamily="34" charset="0"/>
              </a:rPr>
              <a:t>Countries like Germany, France, and Italy, with stable populations, show moderate reductions that more faithfully reflect real decarbonization progress. Luxembourg, despite reducing from 33 to 11 </a:t>
            </a:r>
            <a:r>
              <a:rPr lang="en-US" sz="1100" dirty="0" err="1">
                <a:latin typeface="Aptos" panose="020B0004020202020204" pitchFamily="34" charset="0"/>
              </a:rPr>
              <a:t>tonnes</a:t>
            </a:r>
            <a:r>
              <a:rPr lang="en-US" sz="1100" dirty="0">
                <a:latin typeface="Aptos" panose="020B0004020202020204" pitchFamily="34" charset="0"/>
              </a:rPr>
              <a:t> per capita (-65%), experienced strong demographic growth (+80%), meaning the reduction in absolute emissions was even more substantial than it appears. </a:t>
            </a:r>
            <a:endParaRPr lang="it-IT" dirty="0">
              <a:latin typeface="Aptos" panose="020B0004020202020204" pitchFamily="34" charset="0"/>
            </a:endParaRPr>
          </a:p>
        </p:txBody>
      </p:sp>
      <p:sp>
        <p:nvSpPr>
          <p:cNvPr id="6" name="CasellaDiTesto 5">
            <a:extLst>
              <a:ext uri="{FF2B5EF4-FFF2-40B4-BE49-F238E27FC236}">
                <a16:creationId xmlns:a16="http://schemas.microsoft.com/office/drawing/2014/main" id="{562BB5ED-9156-D20F-5EC7-2E4020D28815}"/>
              </a:ext>
            </a:extLst>
          </p:cNvPr>
          <p:cNvSpPr txBox="1"/>
          <p:nvPr/>
        </p:nvSpPr>
        <p:spPr>
          <a:xfrm>
            <a:off x="334226" y="307928"/>
            <a:ext cx="8471013" cy="400110"/>
          </a:xfrm>
          <a:prstGeom prst="rect">
            <a:avLst/>
          </a:prstGeom>
          <a:noFill/>
        </p:spPr>
        <p:txBody>
          <a:bodyPr wrap="square" rtlCol="0">
            <a:spAutoFit/>
          </a:bodyPr>
          <a:lstStyle/>
          <a:p>
            <a:pPr algn="ctr"/>
            <a:r>
              <a:rPr lang="en-US" sz="2000" dirty="0">
                <a:latin typeface="Aptos Black" panose="020B0004020202020204" pitchFamily="34" charset="0"/>
              </a:rPr>
              <a:t>Beyond averages: the demographic factor in Europe’s climate story</a:t>
            </a:r>
          </a:p>
        </p:txBody>
      </p:sp>
      <p:pic>
        <p:nvPicPr>
          <p:cNvPr id="33" name="Immagine 32">
            <a:extLst>
              <a:ext uri="{FF2B5EF4-FFF2-40B4-BE49-F238E27FC236}">
                <a16:creationId xmlns:a16="http://schemas.microsoft.com/office/drawing/2014/main" id="{AC437B33-AB72-AD05-CB3B-2C5854EAAC91}"/>
              </a:ext>
            </a:extLst>
          </p:cNvPr>
          <p:cNvPicPr>
            <a:picLocks noChangeAspect="1"/>
          </p:cNvPicPr>
          <p:nvPr/>
        </p:nvPicPr>
        <p:blipFill>
          <a:blip r:embed="rId3"/>
          <a:stretch>
            <a:fillRect/>
          </a:stretch>
        </p:blipFill>
        <p:spPr>
          <a:xfrm>
            <a:off x="334225" y="2351306"/>
            <a:ext cx="8468748" cy="2606728"/>
          </a:xfrm>
          <a:prstGeom prst="rect">
            <a:avLst/>
          </a:prstGeom>
        </p:spPr>
      </p:pic>
      <p:sp>
        <p:nvSpPr>
          <p:cNvPr id="2" name="CasellaDiTesto 1">
            <a:extLst>
              <a:ext uri="{FF2B5EF4-FFF2-40B4-BE49-F238E27FC236}">
                <a16:creationId xmlns:a16="http://schemas.microsoft.com/office/drawing/2014/main" id="{CF4BB18A-2EFC-0211-EDAC-A3F4DCC59E4D}"/>
              </a:ext>
            </a:extLst>
          </p:cNvPr>
          <p:cNvSpPr txBox="1"/>
          <p:nvPr/>
        </p:nvSpPr>
        <p:spPr>
          <a:xfrm>
            <a:off x="6991563" y="4915775"/>
            <a:ext cx="1903271" cy="200055"/>
          </a:xfrm>
          <a:prstGeom prst="rect">
            <a:avLst/>
          </a:prstGeom>
          <a:noFill/>
        </p:spPr>
        <p:txBody>
          <a:bodyPr wrap="square" rtlCol="0">
            <a:spAutoFit/>
          </a:bodyPr>
          <a:lstStyle/>
          <a:p>
            <a:pPr algn="r"/>
            <a:r>
              <a:rPr lang="it-IT" sz="700" dirty="0">
                <a:solidFill>
                  <a:schemeClr val="bg1">
                    <a:lumMod val="50000"/>
                  </a:schemeClr>
                </a:solidFill>
                <a:latin typeface="Consolas" panose="020B0609020204030204" pitchFamily="49" charset="0"/>
              </a:rPr>
              <a:t>Made with </a:t>
            </a:r>
            <a:r>
              <a:rPr lang="it-IT" sz="700" dirty="0" err="1">
                <a:solidFill>
                  <a:schemeClr val="bg1">
                    <a:lumMod val="50000"/>
                  </a:schemeClr>
                </a:solidFill>
                <a:latin typeface="Consolas" panose="020B0609020204030204" pitchFamily="49" charset="0"/>
              </a:rPr>
              <a:t>Matplotlib</a:t>
            </a:r>
            <a:r>
              <a:rPr lang="it-IT" sz="700" dirty="0">
                <a:solidFill>
                  <a:schemeClr val="bg1">
                    <a:lumMod val="50000"/>
                  </a:schemeClr>
                </a:solidFill>
                <a:latin typeface="Consolas" panose="020B0609020204030204" pitchFamily="49" charset="0"/>
              </a:rPr>
              <a:t> – Python </a:t>
            </a:r>
          </a:p>
        </p:txBody>
      </p:sp>
    </p:spTree>
    <p:extLst>
      <p:ext uri="{BB962C8B-B14F-4D97-AF65-F5344CB8AC3E}">
        <p14:creationId xmlns:p14="http://schemas.microsoft.com/office/powerpoint/2010/main" val="13135033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9CD20DB2-66D4-5535-F6DC-863224039C51}"/>
              </a:ext>
            </a:extLst>
          </p:cNvPr>
          <p:cNvPicPr>
            <a:picLocks noChangeAspect="1"/>
          </p:cNvPicPr>
          <p:nvPr/>
        </p:nvPicPr>
        <p:blipFill>
          <a:blip r:embed="rId3"/>
          <a:srcRect l="13060" t="2357" r="10515"/>
          <a:stretch>
            <a:fillRect/>
          </a:stretch>
        </p:blipFill>
        <p:spPr>
          <a:xfrm>
            <a:off x="4572000" y="202040"/>
            <a:ext cx="4235505" cy="4739420"/>
          </a:xfrm>
          <a:prstGeom prst="rect">
            <a:avLst/>
          </a:prstGeom>
        </p:spPr>
      </p:pic>
      <p:sp>
        <p:nvSpPr>
          <p:cNvPr id="6" name="Ovale 5">
            <a:extLst>
              <a:ext uri="{FF2B5EF4-FFF2-40B4-BE49-F238E27FC236}">
                <a16:creationId xmlns:a16="http://schemas.microsoft.com/office/drawing/2014/main" id="{1AE4C581-071D-71E8-F685-A4B83220C763}"/>
              </a:ext>
            </a:extLst>
          </p:cNvPr>
          <p:cNvSpPr/>
          <p:nvPr/>
        </p:nvSpPr>
        <p:spPr>
          <a:xfrm>
            <a:off x="6723782" y="2950980"/>
            <a:ext cx="222097" cy="223442"/>
          </a:xfrm>
          <a:prstGeom prst="ellipse">
            <a:avLst/>
          </a:prstGeom>
          <a:noFill/>
          <a:ln w="6350">
            <a:solidFill>
              <a:srgbClr val="1A1A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diritto 8">
            <a:extLst>
              <a:ext uri="{FF2B5EF4-FFF2-40B4-BE49-F238E27FC236}">
                <a16:creationId xmlns:a16="http://schemas.microsoft.com/office/drawing/2014/main" id="{300FE0CD-957C-B66F-FF54-60A7F5FFDB2D}"/>
              </a:ext>
            </a:extLst>
          </p:cNvPr>
          <p:cNvCxnSpPr>
            <a:cxnSpLocks/>
            <a:stCxn id="7" idx="0"/>
            <a:endCxn id="6" idx="0"/>
          </p:cNvCxnSpPr>
          <p:nvPr/>
        </p:nvCxnSpPr>
        <p:spPr>
          <a:xfrm>
            <a:off x="5192184" y="2799053"/>
            <a:ext cx="1642647" cy="151927"/>
          </a:xfrm>
          <a:prstGeom prst="line">
            <a:avLst/>
          </a:prstGeom>
          <a:ln w="6350">
            <a:solidFill>
              <a:srgbClr val="1A1A20"/>
            </a:solidFill>
            <a:prstDash val="sysDash"/>
          </a:ln>
        </p:spPr>
        <p:style>
          <a:lnRef idx="1">
            <a:schemeClr val="accent1"/>
          </a:lnRef>
          <a:fillRef idx="0">
            <a:schemeClr val="accent1"/>
          </a:fillRef>
          <a:effectRef idx="0">
            <a:schemeClr val="accent1"/>
          </a:effectRef>
          <a:fontRef idx="minor">
            <a:schemeClr val="tx1"/>
          </a:fontRef>
        </p:style>
      </p:cxnSp>
      <p:cxnSp>
        <p:nvCxnSpPr>
          <p:cNvPr id="13" name="Connettore diritto 12">
            <a:extLst>
              <a:ext uri="{FF2B5EF4-FFF2-40B4-BE49-F238E27FC236}">
                <a16:creationId xmlns:a16="http://schemas.microsoft.com/office/drawing/2014/main" id="{D9C768A6-9A2E-CAFD-8899-203F961DA224}"/>
              </a:ext>
            </a:extLst>
          </p:cNvPr>
          <p:cNvCxnSpPr>
            <a:cxnSpLocks/>
            <a:stCxn id="7" idx="2"/>
            <a:endCxn id="6" idx="4"/>
          </p:cNvCxnSpPr>
          <p:nvPr/>
        </p:nvCxnSpPr>
        <p:spPr>
          <a:xfrm flipV="1">
            <a:off x="5192184" y="3174422"/>
            <a:ext cx="1642647" cy="171847"/>
          </a:xfrm>
          <a:prstGeom prst="line">
            <a:avLst/>
          </a:prstGeom>
          <a:ln w="6350">
            <a:solidFill>
              <a:srgbClr val="1A1A20"/>
            </a:solidFill>
            <a:prstDash val="sysDash"/>
          </a:ln>
        </p:spPr>
        <p:style>
          <a:lnRef idx="1">
            <a:schemeClr val="accent1"/>
          </a:lnRef>
          <a:fillRef idx="0">
            <a:schemeClr val="accent1"/>
          </a:fillRef>
          <a:effectRef idx="0">
            <a:schemeClr val="accent1"/>
          </a:effectRef>
          <a:fontRef idx="minor">
            <a:schemeClr val="tx1"/>
          </a:fontRef>
        </p:style>
      </p:cxnSp>
      <p:pic>
        <p:nvPicPr>
          <p:cNvPr id="7" name="Immagine 6">
            <a:extLst>
              <a:ext uri="{FF2B5EF4-FFF2-40B4-BE49-F238E27FC236}">
                <a16:creationId xmlns:a16="http://schemas.microsoft.com/office/drawing/2014/main" id="{2A936C04-96D0-80C2-FF92-E7CEBE96D3E4}"/>
              </a:ext>
            </a:extLst>
          </p:cNvPr>
          <p:cNvPicPr>
            <a:picLocks noChangeAspect="1"/>
          </p:cNvPicPr>
          <p:nvPr/>
        </p:nvPicPr>
        <p:blipFill>
          <a:blip r:embed="rId3"/>
          <a:srcRect l="51939" t="59228" r="43945" b="36168"/>
          <a:stretch>
            <a:fillRect/>
          </a:stretch>
        </p:blipFill>
        <p:spPr>
          <a:xfrm>
            <a:off x="4912875" y="2799053"/>
            <a:ext cx="558617" cy="547216"/>
          </a:xfrm>
          <a:custGeom>
            <a:avLst/>
            <a:gdLst>
              <a:gd name="connsiteX0" fmla="*/ 123773 w 247546"/>
              <a:gd name="connsiteY0" fmla="*/ 0 h 242494"/>
              <a:gd name="connsiteX1" fmla="*/ 247546 w 247546"/>
              <a:gd name="connsiteY1" fmla="*/ 121247 h 242494"/>
              <a:gd name="connsiteX2" fmla="*/ 123773 w 247546"/>
              <a:gd name="connsiteY2" fmla="*/ 242494 h 242494"/>
              <a:gd name="connsiteX3" fmla="*/ 0 w 247546"/>
              <a:gd name="connsiteY3" fmla="*/ 121247 h 242494"/>
              <a:gd name="connsiteX4" fmla="*/ 123773 w 247546"/>
              <a:gd name="connsiteY4" fmla="*/ 0 h 2424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7546" h="242494">
                <a:moveTo>
                  <a:pt x="123773" y="0"/>
                </a:moveTo>
                <a:cubicBezTo>
                  <a:pt x="192131" y="0"/>
                  <a:pt x="247546" y="54284"/>
                  <a:pt x="247546" y="121247"/>
                </a:cubicBezTo>
                <a:cubicBezTo>
                  <a:pt x="247546" y="188210"/>
                  <a:pt x="192131" y="242494"/>
                  <a:pt x="123773" y="242494"/>
                </a:cubicBezTo>
                <a:cubicBezTo>
                  <a:pt x="55415" y="242494"/>
                  <a:pt x="0" y="188210"/>
                  <a:pt x="0" y="121247"/>
                </a:cubicBezTo>
                <a:cubicBezTo>
                  <a:pt x="0" y="54284"/>
                  <a:pt x="55415" y="0"/>
                  <a:pt x="123773" y="0"/>
                </a:cubicBezTo>
                <a:close/>
              </a:path>
            </a:pathLst>
          </a:custGeom>
          <a:ln>
            <a:solidFill>
              <a:srgbClr val="1A1A20"/>
            </a:solidFill>
          </a:ln>
        </p:spPr>
      </p:pic>
      <p:sp>
        <p:nvSpPr>
          <p:cNvPr id="16" name="CasellaDiTesto 15">
            <a:extLst>
              <a:ext uri="{FF2B5EF4-FFF2-40B4-BE49-F238E27FC236}">
                <a16:creationId xmlns:a16="http://schemas.microsoft.com/office/drawing/2014/main" id="{40E825B5-413E-BBAC-AE78-3B3D6D810FC1}"/>
              </a:ext>
            </a:extLst>
          </p:cNvPr>
          <p:cNvSpPr txBox="1"/>
          <p:nvPr/>
        </p:nvSpPr>
        <p:spPr>
          <a:xfrm>
            <a:off x="330535" y="302532"/>
            <a:ext cx="4165716" cy="1015663"/>
          </a:xfrm>
          <a:prstGeom prst="rect">
            <a:avLst/>
          </a:prstGeom>
          <a:noFill/>
        </p:spPr>
        <p:txBody>
          <a:bodyPr wrap="square" rtlCol="0">
            <a:spAutoFit/>
          </a:bodyPr>
          <a:lstStyle/>
          <a:p>
            <a:pPr eaLnBrk="0" fontAlgn="base" hangingPunct="0">
              <a:spcBef>
                <a:spcPct val="0"/>
              </a:spcBef>
              <a:spcAft>
                <a:spcPct val="0"/>
              </a:spcAft>
              <a:buClrTx/>
            </a:pPr>
            <a:r>
              <a:rPr lang="it-IT" altLang="it-IT" sz="2000" dirty="0" err="1">
                <a:solidFill>
                  <a:schemeClr val="tx1"/>
                </a:solidFill>
                <a:latin typeface="Aptos Black" panose="020B0004020202020204" pitchFamily="34" charset="0"/>
              </a:rPr>
              <a:t>Is</a:t>
            </a:r>
            <a:r>
              <a:rPr lang="it-IT" altLang="it-IT" sz="2000" dirty="0">
                <a:solidFill>
                  <a:schemeClr val="tx1"/>
                </a:solidFill>
                <a:latin typeface="Aptos Black" panose="020B0004020202020204" pitchFamily="34" charset="0"/>
              </a:rPr>
              <a:t> the </a:t>
            </a:r>
            <a:r>
              <a:rPr lang="it-IT" altLang="it-IT" sz="2000" dirty="0" err="1">
                <a:solidFill>
                  <a:schemeClr val="tx1"/>
                </a:solidFill>
                <a:latin typeface="Aptos Black" panose="020B0004020202020204" pitchFamily="34" charset="0"/>
              </a:rPr>
              <a:t>level</a:t>
            </a:r>
            <a:r>
              <a:rPr lang="it-IT" altLang="it-IT" sz="2000" dirty="0">
                <a:solidFill>
                  <a:schemeClr val="tx1"/>
                </a:solidFill>
                <a:latin typeface="Aptos Black" panose="020B0004020202020204" pitchFamily="34" charset="0"/>
              </a:rPr>
              <a:t> of per-capita </a:t>
            </a:r>
            <a:r>
              <a:rPr lang="it-IT" altLang="it-IT" sz="2000" dirty="0" err="1">
                <a:solidFill>
                  <a:schemeClr val="tx1"/>
                </a:solidFill>
                <a:latin typeface="Aptos Black" panose="020B0004020202020204" pitchFamily="34" charset="0"/>
              </a:rPr>
              <a:t>emissions</a:t>
            </a:r>
            <a:r>
              <a:rPr lang="it-IT" altLang="it-IT" sz="2000" dirty="0">
                <a:solidFill>
                  <a:schemeClr val="tx1"/>
                </a:solidFill>
                <a:latin typeface="Aptos Black" panose="020B0004020202020204" pitchFamily="34" charset="0"/>
              </a:rPr>
              <a:t> </a:t>
            </a:r>
            <a:r>
              <a:rPr lang="it-IT" altLang="it-IT" sz="2000" dirty="0" err="1">
                <a:solidFill>
                  <a:schemeClr val="tx1"/>
                </a:solidFill>
                <a:latin typeface="Aptos Black" panose="020B0004020202020204" pitchFamily="34" charset="0"/>
              </a:rPr>
              <a:t>linked</a:t>
            </a:r>
            <a:r>
              <a:rPr lang="it-IT" altLang="it-IT" sz="2000" dirty="0">
                <a:solidFill>
                  <a:schemeClr val="tx1"/>
                </a:solidFill>
                <a:latin typeface="Aptos Black" panose="020B0004020202020204" pitchFamily="34" charset="0"/>
              </a:rPr>
              <a:t> to the </a:t>
            </a:r>
            <a:r>
              <a:rPr lang="it-IT" altLang="it-IT" sz="2000" dirty="0" err="1">
                <a:solidFill>
                  <a:schemeClr val="tx1"/>
                </a:solidFill>
                <a:latin typeface="Aptos Black" panose="020B0004020202020204" pitchFamily="34" charset="0"/>
              </a:rPr>
              <a:t>socio-economic</a:t>
            </a:r>
            <a:r>
              <a:rPr lang="it-IT" altLang="it-IT" sz="2000" dirty="0">
                <a:solidFill>
                  <a:schemeClr val="tx1"/>
                </a:solidFill>
                <a:latin typeface="Aptos Black" panose="020B0004020202020204" pitchFamily="34" charset="0"/>
              </a:rPr>
              <a:t> </a:t>
            </a:r>
            <a:r>
              <a:rPr lang="it-IT" altLang="it-IT" sz="2000" dirty="0" err="1">
                <a:solidFill>
                  <a:schemeClr val="tx1"/>
                </a:solidFill>
                <a:latin typeface="Aptos Black" panose="020B0004020202020204" pitchFamily="34" charset="0"/>
              </a:rPr>
              <a:t>structure</a:t>
            </a:r>
            <a:r>
              <a:rPr lang="it-IT" altLang="it-IT" sz="2000" dirty="0">
                <a:solidFill>
                  <a:schemeClr val="tx1"/>
                </a:solidFill>
                <a:latin typeface="Aptos Black" panose="020B0004020202020204" pitchFamily="34" charset="0"/>
              </a:rPr>
              <a:t> of a country?</a:t>
            </a:r>
          </a:p>
        </p:txBody>
      </p:sp>
      <p:sp>
        <p:nvSpPr>
          <p:cNvPr id="22" name="CasellaDiTesto 21">
            <a:extLst>
              <a:ext uri="{FF2B5EF4-FFF2-40B4-BE49-F238E27FC236}">
                <a16:creationId xmlns:a16="http://schemas.microsoft.com/office/drawing/2014/main" id="{F5BE33E5-716B-2649-90EF-5B2A58CD8A31}"/>
              </a:ext>
            </a:extLst>
          </p:cNvPr>
          <p:cNvSpPr txBox="1"/>
          <p:nvPr/>
        </p:nvSpPr>
        <p:spPr>
          <a:xfrm>
            <a:off x="330535" y="1371497"/>
            <a:ext cx="4235504" cy="3477875"/>
          </a:xfrm>
          <a:prstGeom prst="rect">
            <a:avLst/>
          </a:prstGeom>
          <a:noFill/>
        </p:spPr>
        <p:txBody>
          <a:bodyPr wrap="square" rtlCol="0">
            <a:spAutoFit/>
          </a:bodyPr>
          <a:lstStyle/>
          <a:p>
            <a:r>
              <a:rPr lang="en-US" sz="1100" dirty="0">
                <a:latin typeface="Aptos" panose="020B0004020202020204" pitchFamily="34" charset="0"/>
              </a:rPr>
              <a:t>By analyzing the decarbonization pathways based on per-capita emissions, EU/EEA countries can be grouped into four clusters, each showing distinct patterns and trajectories.</a:t>
            </a:r>
          </a:p>
          <a:p>
            <a:endParaRPr lang="en-US" sz="1100" dirty="0">
              <a:latin typeface="Aptos" panose="020B0004020202020204" pitchFamily="34" charset="0"/>
            </a:endParaRPr>
          </a:p>
          <a:p>
            <a:pPr marL="171450" indent="-171450">
              <a:buFont typeface="Arial" panose="020B0604020202020204" pitchFamily="34" charset="0"/>
              <a:buChar char="•"/>
            </a:pPr>
            <a:r>
              <a:rPr lang="en-US" sz="1100" dirty="0">
                <a:latin typeface="Aptos" panose="020B0004020202020204" pitchFamily="34" charset="0"/>
              </a:rPr>
              <a:t>Countries with </a:t>
            </a:r>
            <a:r>
              <a:rPr lang="en-US" sz="1100" b="1" dirty="0">
                <a:solidFill>
                  <a:srgbClr val="7CB6DA"/>
                </a:solidFill>
                <a:latin typeface="Aptos" panose="020B0004020202020204" pitchFamily="34" charset="0"/>
              </a:rPr>
              <a:t>more developed and energy-intensive industrial sectors</a:t>
            </a:r>
            <a:r>
              <a:rPr lang="en-US" sz="1100" dirty="0">
                <a:latin typeface="Aptos" panose="020B0004020202020204" pitchFamily="34" charset="0"/>
              </a:rPr>
              <a:t>, such as Germany and Austria, show a </a:t>
            </a:r>
            <a:r>
              <a:rPr lang="en-US" sz="1100" b="1" dirty="0">
                <a:solidFill>
                  <a:srgbClr val="8DC0DF"/>
                </a:solidFill>
                <a:latin typeface="Aptos" panose="020B0004020202020204" pitchFamily="34" charset="0"/>
              </a:rPr>
              <a:t>more gradual reductions</a:t>
            </a:r>
            <a:r>
              <a:rPr lang="en-US" sz="1100" dirty="0">
                <a:latin typeface="Aptos" panose="020B0004020202020204" pitchFamily="34" charset="0"/>
              </a:rPr>
              <a:t> over time due to the structural weight of manufacturing, heavy industry and transport within their economies. </a:t>
            </a:r>
          </a:p>
          <a:p>
            <a:pPr marL="171450" indent="-171450">
              <a:buFont typeface="Arial" panose="020B0604020202020204" pitchFamily="34" charset="0"/>
              <a:buChar char="•"/>
            </a:pPr>
            <a:r>
              <a:rPr lang="en-US" sz="1100" dirty="0">
                <a:latin typeface="Aptos" panose="020B0004020202020204" pitchFamily="34" charset="0"/>
              </a:rPr>
              <a:t>Countries that have achieved </a:t>
            </a:r>
            <a:r>
              <a:rPr lang="en-US" sz="1100" b="1" dirty="0">
                <a:solidFill>
                  <a:srgbClr val="7BC666"/>
                </a:solidFill>
                <a:latin typeface="Aptos" panose="020B0004020202020204" pitchFamily="34" charset="0"/>
              </a:rPr>
              <a:t>moderate but steady declines</a:t>
            </a:r>
            <a:r>
              <a:rPr lang="en-US" sz="1100" dirty="0">
                <a:latin typeface="Aptos" panose="020B0004020202020204" pitchFamily="34" charset="0"/>
              </a:rPr>
              <a:t>, often driven by improvements in energy efficiency, diversification of energy sources or shifts toward services (e.g., France, Italy, Croatia, Portugal). </a:t>
            </a:r>
          </a:p>
          <a:p>
            <a:pPr marL="171450" indent="-171450">
              <a:buFont typeface="Arial" panose="020B0604020202020204" pitchFamily="34" charset="0"/>
              <a:buChar char="•"/>
            </a:pPr>
            <a:r>
              <a:rPr lang="en-US" sz="1100" dirty="0">
                <a:latin typeface="Aptos" panose="020B0004020202020204" pitchFamily="34" charset="0"/>
              </a:rPr>
              <a:t>Countries with </a:t>
            </a:r>
            <a:r>
              <a:rPr lang="en-US" sz="1100" b="1" dirty="0">
                <a:solidFill>
                  <a:srgbClr val="C16787"/>
                </a:solidFill>
                <a:latin typeface="Aptos" panose="020B0004020202020204" pitchFamily="34" charset="0"/>
              </a:rPr>
              <a:t>sharper or more volatile emission trajectories</a:t>
            </a:r>
            <a:r>
              <a:rPr lang="en-US" sz="1100" dirty="0">
                <a:latin typeface="Aptos" panose="020B0004020202020204" pitchFamily="34" charset="0"/>
              </a:rPr>
              <a:t>, often influenced by smaller economies, specific energy mixes, or rapid structural changes, such as Estonia, Ireland or Iceland. </a:t>
            </a:r>
          </a:p>
          <a:p>
            <a:pPr marL="171450" indent="-171450">
              <a:buFont typeface="Arial" panose="020B0604020202020204" pitchFamily="34" charset="0"/>
              <a:buChar char="•"/>
            </a:pPr>
            <a:r>
              <a:rPr lang="en-US" sz="1100" b="1" dirty="0">
                <a:solidFill>
                  <a:srgbClr val="E6C036"/>
                </a:solidFill>
                <a:latin typeface="Aptos" panose="020B0004020202020204" pitchFamily="34" charset="0"/>
              </a:rPr>
              <a:t>Luxembourg stands out as an outlier</a:t>
            </a:r>
            <a:r>
              <a:rPr lang="en-US" sz="1100" dirty="0">
                <a:latin typeface="Aptos" panose="020B0004020202020204" pitchFamily="34" charset="0"/>
              </a:rPr>
              <a:t>, forming its own cluster: its unusually high per-capita emissions, strongly influenced by cross-border fuel sales and the small size of its economy, make its trend markedly different from all other countries. </a:t>
            </a:r>
          </a:p>
        </p:txBody>
      </p:sp>
      <p:sp>
        <p:nvSpPr>
          <p:cNvPr id="4" name="CasellaDiTesto 3">
            <a:extLst>
              <a:ext uri="{FF2B5EF4-FFF2-40B4-BE49-F238E27FC236}">
                <a16:creationId xmlns:a16="http://schemas.microsoft.com/office/drawing/2014/main" id="{C91FB902-412E-1A33-68D1-8812D33CC3C1}"/>
              </a:ext>
            </a:extLst>
          </p:cNvPr>
          <p:cNvSpPr txBox="1"/>
          <p:nvPr/>
        </p:nvSpPr>
        <p:spPr>
          <a:xfrm>
            <a:off x="6991563" y="4915775"/>
            <a:ext cx="1903271" cy="200055"/>
          </a:xfrm>
          <a:prstGeom prst="rect">
            <a:avLst/>
          </a:prstGeom>
          <a:noFill/>
        </p:spPr>
        <p:txBody>
          <a:bodyPr wrap="square" rtlCol="0">
            <a:spAutoFit/>
          </a:bodyPr>
          <a:lstStyle/>
          <a:p>
            <a:pPr algn="r"/>
            <a:r>
              <a:rPr lang="it-IT" sz="700" dirty="0">
                <a:solidFill>
                  <a:schemeClr val="bg1">
                    <a:lumMod val="50000"/>
                  </a:schemeClr>
                </a:solidFill>
                <a:latin typeface="Consolas" panose="020B0609020204030204" pitchFamily="49" charset="0"/>
              </a:rPr>
              <a:t>Made with Tableau</a:t>
            </a:r>
          </a:p>
        </p:txBody>
      </p:sp>
    </p:spTree>
    <p:extLst>
      <p:ext uri="{BB962C8B-B14F-4D97-AF65-F5344CB8AC3E}">
        <p14:creationId xmlns:p14="http://schemas.microsoft.com/office/powerpoint/2010/main" val="3677038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6"/>
          <p:cNvSpPr txBox="1">
            <a:spLocks noGrp="1"/>
          </p:cNvSpPr>
          <p:nvPr>
            <p:ph type="body" idx="1"/>
          </p:nvPr>
        </p:nvSpPr>
        <p:spPr>
          <a:xfrm>
            <a:off x="540000" y="860725"/>
            <a:ext cx="3288900" cy="478800"/>
          </a:xfrm>
          <a:prstGeom prst="rect">
            <a:avLst/>
          </a:prstGeom>
        </p:spPr>
        <p:txBody>
          <a:bodyPr spcFirstLastPara="1" wrap="square" lIns="0" tIns="0" rIns="0" bIns="0" anchor="t" anchorCtr="0">
            <a:noAutofit/>
          </a:bodyPr>
          <a:lstStyle/>
          <a:p>
            <a:pPr marL="0" lvl="0" indent="0" algn="l" rtl="0">
              <a:spcBef>
                <a:spcPts val="0"/>
              </a:spcBef>
              <a:spcAft>
                <a:spcPts val="1600"/>
              </a:spcAft>
              <a:buNone/>
            </a:pPr>
            <a:r>
              <a:rPr lang="it" dirty="0">
                <a:latin typeface="Aptos Black" panose="020B0004020202020204" pitchFamily="34" charset="0"/>
                <a:ea typeface="Titillium Web"/>
                <a:cs typeface="Titillium Web"/>
                <a:sym typeface="Titillium Web"/>
              </a:rPr>
              <a:t>LICENCE</a:t>
            </a:r>
            <a:endParaRPr dirty="0">
              <a:latin typeface="Aptos Black" panose="020B0004020202020204" pitchFamily="34" charset="0"/>
              <a:ea typeface="Titillium Web"/>
              <a:cs typeface="Titillium Web"/>
              <a:sym typeface="Titillium Web"/>
            </a:endParaRPr>
          </a:p>
        </p:txBody>
      </p:sp>
      <p:sp>
        <p:nvSpPr>
          <p:cNvPr id="192" name="Google Shape;192;p36"/>
          <p:cNvSpPr txBox="1"/>
          <p:nvPr/>
        </p:nvSpPr>
        <p:spPr>
          <a:xfrm>
            <a:off x="4770000" y="860725"/>
            <a:ext cx="3780000" cy="20997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it" sz="1800" b="1" dirty="0">
                <a:solidFill>
                  <a:srgbClr val="333333"/>
                </a:solidFill>
                <a:latin typeface="Aptos" panose="020B0004020202020204" pitchFamily="34" charset="0"/>
                <a:ea typeface="Lekton"/>
                <a:cs typeface="Lekton"/>
                <a:sym typeface="Lekton"/>
              </a:rPr>
              <a:t>Slides</a:t>
            </a:r>
            <a:r>
              <a:rPr lang="it" sz="1800" dirty="0">
                <a:solidFill>
                  <a:srgbClr val="333333"/>
                </a:solidFill>
                <a:latin typeface="Aptos" panose="020B0004020202020204" pitchFamily="34" charset="0"/>
                <a:ea typeface="Lekton"/>
                <a:cs typeface="Lekton"/>
                <a:sym typeface="Lekton"/>
              </a:rPr>
              <a:t> are shared with the following license:</a:t>
            </a:r>
            <a:endParaRPr sz="1800" dirty="0">
              <a:solidFill>
                <a:srgbClr val="333333"/>
              </a:solidFill>
              <a:latin typeface="Aptos" panose="020B0004020202020204" pitchFamily="34" charset="0"/>
              <a:ea typeface="Lekton"/>
              <a:cs typeface="Lekton"/>
              <a:sym typeface="Lekton"/>
            </a:endParaRPr>
          </a:p>
          <a:p>
            <a:pPr marL="0" lvl="0" indent="0" algn="l" rtl="0">
              <a:spcBef>
                <a:spcPts val="500"/>
              </a:spcBef>
              <a:spcAft>
                <a:spcPts val="0"/>
              </a:spcAft>
              <a:buNone/>
            </a:pPr>
            <a:endParaRPr sz="1800" dirty="0">
              <a:solidFill>
                <a:srgbClr val="333333"/>
              </a:solidFill>
              <a:latin typeface="Aptos" panose="020B0004020202020204" pitchFamily="34" charset="0"/>
              <a:ea typeface="Lekton"/>
              <a:cs typeface="Lekton"/>
              <a:sym typeface="Lekton"/>
            </a:endParaRPr>
          </a:p>
          <a:p>
            <a:r>
              <a:rPr lang="it-IT" sz="1100" b="1" dirty="0">
                <a:latin typeface="Aptos" panose="020B0004020202020204" pitchFamily="34" charset="0"/>
                <a:ea typeface="Batang" panose="02030600000101010101" pitchFamily="18" charset="-127"/>
                <a:cs typeface="Kigelia Arabic" panose="020F0502020204030204" pitchFamily="34" charset="0"/>
                <a:sym typeface="Lekton"/>
              </a:rPr>
              <a:t>"EUROPEAN EMISSION TREND 1990-2023" </a:t>
            </a:r>
            <a:r>
              <a:rPr lang="it" sz="1100" dirty="0">
                <a:solidFill>
                  <a:schemeClr val="dk1"/>
                </a:solidFill>
                <a:latin typeface="Aptos" panose="020B0004020202020204" pitchFamily="34" charset="0"/>
                <a:ea typeface="Lekton"/>
                <a:cs typeface="Lekton"/>
                <a:sym typeface="Lekton"/>
              </a:rPr>
              <a:t>by</a:t>
            </a:r>
            <a:r>
              <a:rPr lang="it" sz="1100" b="1" dirty="0">
                <a:solidFill>
                  <a:schemeClr val="dk1"/>
                </a:solidFill>
                <a:latin typeface="Aptos" panose="020B0004020202020204" pitchFamily="34" charset="0"/>
                <a:ea typeface="Lekton"/>
                <a:cs typeface="Lekton"/>
                <a:sym typeface="Lekton"/>
              </a:rPr>
              <a:t> CHIARA MEZZANZANICA</a:t>
            </a:r>
            <a:r>
              <a:rPr lang="it" sz="1100" dirty="0">
                <a:solidFill>
                  <a:schemeClr val="dk1"/>
                </a:solidFill>
                <a:latin typeface="Aptos" panose="020B0004020202020204" pitchFamily="34" charset="0"/>
                <a:ea typeface="Lekton"/>
                <a:cs typeface="Lekton"/>
                <a:sym typeface="Lekton"/>
              </a:rPr>
              <a:t>, is licensed under a </a:t>
            </a:r>
            <a:r>
              <a:rPr lang="it-IT" b="1" dirty="0">
                <a:latin typeface="Aptos" panose="020B0004020202020204" pitchFamily="34" charset="0"/>
              </a:rPr>
              <a:t>CC BY-NC 4.0</a:t>
            </a:r>
          </a:p>
          <a:p>
            <a:br>
              <a:rPr lang="it-IT" sz="1100" dirty="0"/>
            </a:br>
            <a:endParaRPr sz="1100" b="1" dirty="0">
              <a:solidFill>
                <a:schemeClr val="dk1"/>
              </a:solidFill>
              <a:latin typeface="Lekton"/>
              <a:ea typeface="Lekton"/>
              <a:cs typeface="Lekton"/>
              <a:sym typeface="Lekton"/>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1846</Words>
  <Application>Microsoft Office PowerPoint</Application>
  <PresentationFormat>Presentazione su schermo (16:9)</PresentationFormat>
  <Paragraphs>111</Paragraphs>
  <Slides>10</Slides>
  <Notes>10</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10</vt:i4>
      </vt:variant>
    </vt:vector>
  </HeadingPairs>
  <TitlesOfParts>
    <vt:vector size="17" baseType="lpstr">
      <vt:lpstr>Aptos</vt:lpstr>
      <vt:lpstr>Aptos Black</vt:lpstr>
      <vt:lpstr>Arial</vt:lpstr>
      <vt:lpstr>Consolas</vt:lpstr>
      <vt:lpstr>Lekton</vt:lpstr>
      <vt:lpstr>Titillium Web</vt:lpstr>
      <vt:lpstr>Simple Light</vt:lpstr>
      <vt:lpstr>Data Visualization Pitch Student  Individual Assignment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Chiara Mezzanzanica</cp:lastModifiedBy>
  <cp:revision>1</cp:revision>
  <dcterms:modified xsi:type="dcterms:W3CDTF">2025-12-18T09:12:21Z</dcterms:modified>
</cp:coreProperties>
</file>